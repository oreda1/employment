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handoutMasterIdLst>
    <p:handoutMasterId r:id="rId12"/>
  </p:handoutMasterIdLst>
  <p:sldIdLst>
    <p:sldId id="259" r:id="rId2"/>
    <p:sldId id="265" r:id="rId3"/>
    <p:sldId id="266" r:id="rId4"/>
    <p:sldId id="257" r:id="rId5"/>
    <p:sldId id="263" r:id="rId6"/>
    <p:sldId id="258" r:id="rId7"/>
    <p:sldId id="260" r:id="rId8"/>
    <p:sldId id="261" r:id="rId9"/>
    <p:sldId id="264" r:id="rId10"/>
  </p:sldIdLst>
  <p:sldSz cx="9906000" cy="6858000" type="A4"/>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7" d="100"/>
          <a:sy n="107" d="100"/>
        </p:scale>
        <p:origin x="1482" y="96"/>
      </p:cViewPr>
      <p:guideLst>
        <p:guide orient="horz" pos="2160"/>
        <p:guide pos="3120"/>
      </p:guideLst>
    </p:cSldViewPr>
  </p:slideViewPr>
  <p:notesTextViewPr>
    <p:cViewPr>
      <p:scale>
        <a:sx n="1" d="1"/>
        <a:sy n="1" d="1"/>
      </p:scale>
      <p:origin x="0" y="0"/>
    </p:cViewPr>
  </p:notesTextViewPr>
  <p:notesViewPr>
    <p:cSldViewPr>
      <p:cViewPr varScale="1">
        <p:scale>
          <a:sx n="85" d="100"/>
          <a:sy n="85" d="100"/>
        </p:scale>
        <p:origin x="3840"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7A4E6130-BFEF-4F1B-838F-4986BB1253F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3939D52F-32AB-4C40-A1A5-DEEE1565FBF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E2EB211-95CE-4465-AE82-71FC1BD57B75}" type="datetimeFigureOut">
              <a:rPr kumimoji="1" lang="ja-JP" altLang="en-US" smtClean="0"/>
              <a:t>2025/9/16</a:t>
            </a:fld>
            <a:endParaRPr kumimoji="1" lang="ja-JP" altLang="en-US"/>
          </a:p>
        </p:txBody>
      </p:sp>
      <p:sp>
        <p:nvSpPr>
          <p:cNvPr id="4" name="フッター プレースホルダー 3">
            <a:extLst>
              <a:ext uri="{FF2B5EF4-FFF2-40B4-BE49-F238E27FC236}">
                <a16:creationId xmlns:a16="http://schemas.microsoft.com/office/drawing/2014/main" id="{719501E5-36A5-4A1B-B03D-8ADEABB594B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74155B86-210B-454B-B1CF-881DF7766F6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ED5274A-B89F-4673-BA51-C00CBEF24467}" type="slidenum">
              <a:rPr kumimoji="1" lang="ja-JP" altLang="en-US" smtClean="0"/>
              <a:t>‹#›</a:t>
            </a:fld>
            <a:endParaRPr kumimoji="1" lang="ja-JP" altLang="en-US"/>
          </a:p>
        </p:txBody>
      </p:sp>
    </p:spTree>
    <p:extLst>
      <p:ext uri="{BB962C8B-B14F-4D97-AF65-F5344CB8AC3E}">
        <p14:creationId xmlns:p14="http://schemas.microsoft.com/office/powerpoint/2010/main" val="13582082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955FFDA-CD2B-48C3-9523-160A6827052C}" type="datetimeFigureOut">
              <a:rPr kumimoji="1" lang="ja-JP" altLang="en-US" smtClean="0"/>
              <a:t>2025/9/16</a:t>
            </a:fld>
            <a:endParaRPr kumimoji="1" lang="ja-JP" altLang="en-US"/>
          </a:p>
        </p:txBody>
      </p:sp>
      <p:sp>
        <p:nvSpPr>
          <p:cNvPr id="4" name="スライド イメージ プレースホルダー 3"/>
          <p:cNvSpPr>
            <a:spLocks noGrp="1" noRot="1" noChangeAspect="1"/>
          </p:cNvSpPr>
          <p:nvPr>
            <p:ph type="sldImg" idx="2"/>
          </p:nvPr>
        </p:nvSpPr>
        <p:spPr>
          <a:xfrm>
            <a:off x="952500" y="685800"/>
            <a:ext cx="4953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E0F9C1C-2F35-4495-ABDD-C1C7C22641EE}" type="slidenum">
              <a:rPr kumimoji="1" lang="ja-JP" altLang="en-US" smtClean="0"/>
              <a:t>‹#›</a:t>
            </a:fld>
            <a:endParaRPr kumimoji="1" lang="ja-JP" altLang="en-US"/>
          </a:p>
        </p:txBody>
      </p:sp>
    </p:spTree>
    <p:extLst>
      <p:ext uri="{BB962C8B-B14F-4D97-AF65-F5344CB8AC3E}">
        <p14:creationId xmlns:p14="http://schemas.microsoft.com/office/powerpoint/2010/main" val="93318376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52500" y="685800"/>
            <a:ext cx="4953000" cy="3429000"/>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4E0F9C1C-2F35-4495-ABDD-C1C7C22641EE}" type="slidenum">
              <a:rPr kumimoji="1" lang="ja-JP" altLang="en-US" smtClean="0"/>
              <a:t>4</a:t>
            </a:fld>
            <a:endParaRPr kumimoji="1" lang="ja-JP" altLang="en-US"/>
          </a:p>
        </p:txBody>
      </p:sp>
    </p:spTree>
    <p:extLst>
      <p:ext uri="{BB962C8B-B14F-4D97-AF65-F5344CB8AC3E}">
        <p14:creationId xmlns:p14="http://schemas.microsoft.com/office/powerpoint/2010/main" val="25206954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E0F9C1C-2F35-4495-ABDD-C1C7C22641EE}" type="slidenum">
              <a:rPr kumimoji="1" lang="ja-JP" altLang="en-US" smtClean="0"/>
              <a:t>5</a:t>
            </a:fld>
            <a:endParaRPr kumimoji="1" lang="ja-JP" altLang="en-US"/>
          </a:p>
        </p:txBody>
      </p:sp>
    </p:spTree>
    <p:extLst>
      <p:ext uri="{BB962C8B-B14F-4D97-AF65-F5344CB8AC3E}">
        <p14:creationId xmlns:p14="http://schemas.microsoft.com/office/powerpoint/2010/main" val="28205238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742950" y="2130426"/>
            <a:ext cx="8420100" cy="1470025"/>
          </a:xfrm>
        </p:spPr>
        <p:txBody>
          <a:bodyPr/>
          <a:lstStyle/>
          <a:p>
            <a:r>
              <a:rPr kumimoji="1" lang="ja-JP" altLang="en-US"/>
              <a:t>マスター タイトルの書式設定</a:t>
            </a:r>
          </a:p>
        </p:txBody>
      </p:sp>
      <p:sp>
        <p:nvSpPr>
          <p:cNvPr id="3" name="サブタイトル 2"/>
          <p:cNvSpPr>
            <a:spLocks noGrp="1"/>
          </p:cNvSpPr>
          <p:nvPr>
            <p:ph type="subTitle" idx="1"/>
          </p:nvPr>
        </p:nvSpPr>
        <p:spPr>
          <a:xfrm>
            <a:off x="1485900" y="3886200"/>
            <a:ext cx="69342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1A82EE06-D961-426C-A9FF-E6B541017B60}" type="datetimeFigureOut">
              <a:rPr kumimoji="1" lang="ja-JP" altLang="en-US" smtClean="0"/>
              <a:t>2025/9/16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8EA6A594-46AB-4B4E-B2F0-B0B489379D28}" type="slidenum">
              <a:rPr kumimoji="1" lang="ja-JP" altLang="en-US" smtClean="0"/>
              <a:t>‹#›</a:t>
            </a:fld>
            <a:endParaRPr kumimoji="1" lang="ja-JP" altLang="en-US"/>
          </a:p>
        </p:txBody>
      </p:sp>
    </p:spTree>
    <p:extLst>
      <p:ext uri="{BB962C8B-B14F-4D97-AF65-F5344CB8AC3E}">
        <p14:creationId xmlns:p14="http://schemas.microsoft.com/office/powerpoint/2010/main" val="22288123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1A82EE06-D961-426C-A9FF-E6B541017B60}" type="datetimeFigureOut">
              <a:rPr kumimoji="1" lang="ja-JP" altLang="en-US" smtClean="0"/>
              <a:t>2025/9/16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8EA6A594-46AB-4B4E-B2F0-B0B489379D28}" type="slidenum">
              <a:rPr kumimoji="1" lang="ja-JP" altLang="en-US" smtClean="0"/>
              <a:t>‹#›</a:t>
            </a:fld>
            <a:endParaRPr kumimoji="1" lang="ja-JP" altLang="en-US"/>
          </a:p>
        </p:txBody>
      </p:sp>
    </p:spTree>
    <p:extLst>
      <p:ext uri="{BB962C8B-B14F-4D97-AF65-F5344CB8AC3E}">
        <p14:creationId xmlns:p14="http://schemas.microsoft.com/office/powerpoint/2010/main" val="7068793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82506" y="4406901"/>
            <a:ext cx="8420100" cy="1362075"/>
          </a:xfrm>
        </p:spPr>
        <p:txBody>
          <a:bodyPr anchor="t"/>
          <a:lstStyle>
            <a:lvl1pPr algn="l">
              <a:defRPr sz="4000" b="1" cap="all"/>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782506" y="2906713"/>
            <a:ext cx="84201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1A82EE06-D961-426C-A9FF-E6B541017B60}" type="datetimeFigureOut">
              <a:rPr kumimoji="1" lang="ja-JP" altLang="en-US" smtClean="0"/>
              <a:t>2025/9/16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8EA6A594-46AB-4B4E-B2F0-B0B489379D28}" type="slidenum">
              <a:rPr kumimoji="1" lang="ja-JP" altLang="en-US" smtClean="0"/>
              <a:t>‹#›</a:t>
            </a:fld>
            <a:endParaRPr kumimoji="1" lang="ja-JP" altLang="en-US"/>
          </a:p>
        </p:txBody>
      </p:sp>
    </p:spTree>
    <p:extLst>
      <p:ext uri="{BB962C8B-B14F-4D97-AF65-F5344CB8AC3E}">
        <p14:creationId xmlns:p14="http://schemas.microsoft.com/office/powerpoint/2010/main" val="29956371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49530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503555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1A82EE06-D961-426C-A9FF-E6B541017B60}" type="datetimeFigureOut">
              <a:rPr kumimoji="1" lang="ja-JP" altLang="en-US" smtClean="0"/>
              <a:t>2025/9/16</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8EA6A594-46AB-4B4E-B2F0-B0B489379D28}" type="slidenum">
              <a:rPr kumimoji="1" lang="ja-JP" altLang="en-US" smtClean="0"/>
              <a:t>‹#›</a:t>
            </a:fld>
            <a:endParaRPr kumimoji="1" lang="ja-JP" altLang="en-US"/>
          </a:p>
        </p:txBody>
      </p:sp>
    </p:spTree>
    <p:extLst>
      <p:ext uri="{BB962C8B-B14F-4D97-AF65-F5344CB8AC3E}">
        <p14:creationId xmlns:p14="http://schemas.microsoft.com/office/powerpoint/2010/main" val="28259856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5032111"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5032111"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1A82EE06-D961-426C-A9FF-E6B541017B60}" type="datetimeFigureOut">
              <a:rPr kumimoji="1" lang="ja-JP" altLang="en-US" smtClean="0"/>
              <a:t>2025/9/16</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8EA6A594-46AB-4B4E-B2F0-B0B489379D28}" type="slidenum">
              <a:rPr kumimoji="1" lang="ja-JP" altLang="en-US" smtClean="0"/>
              <a:t>‹#›</a:t>
            </a:fld>
            <a:endParaRPr kumimoji="1" lang="ja-JP" altLang="en-US"/>
          </a:p>
        </p:txBody>
      </p:sp>
    </p:spTree>
    <p:extLst>
      <p:ext uri="{BB962C8B-B14F-4D97-AF65-F5344CB8AC3E}">
        <p14:creationId xmlns:p14="http://schemas.microsoft.com/office/powerpoint/2010/main" val="40409122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1A82EE06-D961-426C-A9FF-E6B541017B60}" type="datetimeFigureOut">
              <a:rPr kumimoji="1" lang="ja-JP" altLang="en-US" smtClean="0"/>
              <a:t>2025/9/16</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8EA6A594-46AB-4B4E-B2F0-B0B489379D28}" type="slidenum">
              <a:rPr kumimoji="1" lang="ja-JP" altLang="en-US" smtClean="0"/>
              <a:t>‹#›</a:t>
            </a:fld>
            <a:endParaRPr kumimoji="1" lang="ja-JP" altLang="en-US"/>
          </a:p>
        </p:txBody>
      </p:sp>
    </p:spTree>
    <p:extLst>
      <p:ext uri="{BB962C8B-B14F-4D97-AF65-F5344CB8AC3E}">
        <p14:creationId xmlns:p14="http://schemas.microsoft.com/office/powerpoint/2010/main" val="5640848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1A82EE06-D961-426C-A9FF-E6B541017B60}" type="datetimeFigureOut">
              <a:rPr kumimoji="1" lang="ja-JP" altLang="en-US" smtClean="0"/>
              <a:t>2025/9/16</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8EA6A594-46AB-4B4E-B2F0-B0B489379D28}" type="slidenum">
              <a:rPr kumimoji="1" lang="ja-JP" altLang="en-US" smtClean="0"/>
              <a:t>‹#›</a:t>
            </a:fld>
            <a:endParaRPr kumimoji="1" lang="ja-JP" altLang="en-US"/>
          </a:p>
        </p:txBody>
      </p:sp>
    </p:spTree>
    <p:extLst>
      <p:ext uri="{BB962C8B-B14F-4D97-AF65-F5344CB8AC3E}">
        <p14:creationId xmlns:p14="http://schemas.microsoft.com/office/powerpoint/2010/main" val="14990857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3050"/>
            <a:ext cx="3259006" cy="1162050"/>
          </a:xfrm>
        </p:spPr>
        <p:txBody>
          <a:bodyPr anchor="b"/>
          <a:lstStyle>
            <a:lvl1pPr algn="l">
              <a:defRPr sz="2000" b="1"/>
            </a:lvl1pPr>
          </a:lstStyle>
          <a:p>
            <a:r>
              <a:rPr kumimoji="1" lang="ja-JP" altLang="en-US"/>
              <a:t>マスター タイトルの書式設定</a:t>
            </a:r>
          </a:p>
        </p:txBody>
      </p:sp>
      <p:sp>
        <p:nvSpPr>
          <p:cNvPr id="3" name="コンテンツ プレースホルダー 2"/>
          <p:cNvSpPr>
            <a:spLocks noGrp="1"/>
          </p:cNvSpPr>
          <p:nvPr>
            <p:ph idx="1"/>
          </p:nvPr>
        </p:nvSpPr>
        <p:spPr>
          <a:xfrm>
            <a:off x="3872971" y="273051"/>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495300" y="1435101"/>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1A82EE06-D961-426C-A9FF-E6B541017B60}" type="datetimeFigureOut">
              <a:rPr kumimoji="1" lang="ja-JP" altLang="en-US" smtClean="0"/>
              <a:t>2025/9/16</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8EA6A594-46AB-4B4E-B2F0-B0B489379D28}" type="slidenum">
              <a:rPr kumimoji="1" lang="ja-JP" altLang="en-US" smtClean="0"/>
              <a:t>‹#›</a:t>
            </a:fld>
            <a:endParaRPr kumimoji="1" lang="ja-JP" altLang="en-US"/>
          </a:p>
        </p:txBody>
      </p:sp>
    </p:spTree>
    <p:extLst>
      <p:ext uri="{BB962C8B-B14F-4D97-AF65-F5344CB8AC3E}">
        <p14:creationId xmlns:p14="http://schemas.microsoft.com/office/powerpoint/2010/main" val="3221785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941645" y="4800600"/>
            <a:ext cx="5943600" cy="566738"/>
          </a:xfrm>
        </p:spPr>
        <p:txBody>
          <a:bodyPr anchor="b"/>
          <a:lstStyle>
            <a:lvl1pPr algn="l">
              <a:defRPr sz="2000" b="1"/>
            </a:lvl1pPr>
          </a:lstStyle>
          <a:p>
            <a:r>
              <a:rPr kumimoji="1" lang="ja-JP" altLang="en-US"/>
              <a:t>マスター タイトルの書式設定</a:t>
            </a:r>
          </a:p>
        </p:txBody>
      </p:sp>
      <p:sp>
        <p:nvSpPr>
          <p:cNvPr id="3" name="図プレースホルダー 2"/>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1A82EE06-D961-426C-A9FF-E6B541017B60}" type="datetimeFigureOut">
              <a:rPr kumimoji="1" lang="ja-JP" altLang="en-US" smtClean="0"/>
              <a:t>2025/9/16</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8EA6A594-46AB-4B4E-B2F0-B0B489379D28}" type="slidenum">
              <a:rPr kumimoji="1" lang="ja-JP" altLang="en-US" smtClean="0"/>
              <a:t>‹#›</a:t>
            </a:fld>
            <a:endParaRPr kumimoji="1" lang="ja-JP" altLang="en-US"/>
          </a:p>
        </p:txBody>
      </p:sp>
    </p:spTree>
    <p:extLst>
      <p:ext uri="{BB962C8B-B14F-4D97-AF65-F5344CB8AC3E}">
        <p14:creationId xmlns:p14="http://schemas.microsoft.com/office/powerpoint/2010/main" val="125672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1A82EE06-D961-426C-A9FF-E6B541017B60}" type="datetimeFigureOut">
              <a:rPr kumimoji="1" lang="ja-JP" altLang="en-US" smtClean="0"/>
              <a:t>2025/9/16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8EA6A594-46AB-4B4E-B2F0-B0B489379D28}" type="slidenum">
              <a:rPr kumimoji="1" lang="ja-JP" altLang="en-US" smtClean="0"/>
              <a:t>‹#›</a:t>
            </a:fld>
            <a:endParaRPr kumimoji="1" lang="ja-JP" altLang="en-US"/>
          </a:p>
        </p:txBody>
      </p:sp>
    </p:spTree>
    <p:extLst>
      <p:ext uri="{BB962C8B-B14F-4D97-AF65-F5344CB8AC3E}">
        <p14:creationId xmlns:p14="http://schemas.microsoft.com/office/powerpoint/2010/main" val="622888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7181850" y="274639"/>
            <a:ext cx="2228850" cy="5851525"/>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495300" y="274639"/>
            <a:ext cx="6521450" cy="5851525"/>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1A82EE06-D961-426C-A9FF-E6B541017B60}" type="datetimeFigureOut">
              <a:rPr kumimoji="1" lang="ja-JP" altLang="en-US" smtClean="0"/>
              <a:t>2025/9/16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8EA6A594-46AB-4B4E-B2F0-B0B489379D28}" type="slidenum">
              <a:rPr kumimoji="1" lang="ja-JP" altLang="en-US" smtClean="0"/>
              <a:t>‹#›</a:t>
            </a:fld>
            <a:endParaRPr kumimoji="1" lang="ja-JP" altLang="en-US"/>
          </a:p>
        </p:txBody>
      </p:sp>
    </p:spTree>
    <p:extLst>
      <p:ext uri="{BB962C8B-B14F-4D97-AF65-F5344CB8AC3E}">
        <p14:creationId xmlns:p14="http://schemas.microsoft.com/office/powerpoint/2010/main" val="7625270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l="-3000" r="-3000"/>
          </a:stretch>
        </a:blipFill>
        <a:effectLst/>
      </p:bgPr>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495300" y="1600201"/>
            <a:ext cx="8915400" cy="4525963"/>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495300" y="6356351"/>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82EE06-D961-426C-A9FF-E6B541017B60}" type="datetimeFigureOut">
              <a:rPr kumimoji="1" lang="ja-JP" altLang="en-US" smtClean="0"/>
              <a:t>2025/9/16</a:t>
            </a:fld>
            <a:endParaRPr kumimoji="1" lang="ja-JP" altLang="en-US"/>
          </a:p>
        </p:txBody>
      </p:sp>
      <p:sp>
        <p:nvSpPr>
          <p:cNvPr id="5" name="フッター プレースホルダー 4"/>
          <p:cNvSpPr>
            <a:spLocks noGrp="1"/>
          </p:cNvSpPr>
          <p:nvPr>
            <p:ph type="ftr" sz="quarter" idx="3"/>
          </p:nvPr>
        </p:nvSpPr>
        <p:spPr>
          <a:xfrm>
            <a:off x="3384550" y="6356351"/>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7099300" y="6356351"/>
            <a:ext cx="2311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A6A594-46AB-4B4E-B2F0-B0B489379D28}" type="slidenum">
              <a:rPr kumimoji="1" lang="ja-JP" altLang="en-US" smtClean="0"/>
              <a:t>‹#›</a:t>
            </a:fld>
            <a:endParaRPr kumimoji="1" lang="ja-JP" altLang="en-US"/>
          </a:p>
        </p:txBody>
      </p:sp>
    </p:spTree>
    <p:extLst>
      <p:ext uri="{BB962C8B-B14F-4D97-AF65-F5344CB8AC3E}">
        <p14:creationId xmlns:p14="http://schemas.microsoft.com/office/powerpoint/2010/main" val="25828487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youtu.be/vFEkRmnfC3w?si=MA286cYGk42qtQb9"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3122FEB-F51E-4870-8C11-DADBD58A7F19}"/>
              </a:ext>
            </a:extLst>
          </p:cNvPr>
          <p:cNvSpPr>
            <a:spLocks noGrp="1"/>
          </p:cNvSpPr>
          <p:nvPr>
            <p:ph type="title"/>
          </p:nvPr>
        </p:nvSpPr>
        <p:spPr>
          <a:xfrm>
            <a:off x="128464" y="274638"/>
            <a:ext cx="9282236" cy="1143000"/>
          </a:xfrm>
        </p:spPr>
        <p:txBody>
          <a:bodyPr>
            <a:normAutofit fontScale="90000"/>
          </a:bodyPr>
          <a:lstStyle/>
          <a:p>
            <a:pPr algn="r"/>
            <a:r>
              <a:rPr kumimoji="1" lang="ja-JP" altLang="en-US" sz="3600" b="1" dirty="0"/>
              <a:t>険悪を排し、恐怖を演出するゲームプログラマー</a:t>
            </a:r>
          </a:p>
        </p:txBody>
      </p:sp>
      <p:sp>
        <p:nvSpPr>
          <p:cNvPr id="3" name="コンテンツ プレースホルダー 2">
            <a:extLst>
              <a:ext uri="{FF2B5EF4-FFF2-40B4-BE49-F238E27FC236}">
                <a16:creationId xmlns:a16="http://schemas.microsoft.com/office/drawing/2014/main" id="{CB71F5C9-03B8-4769-BF03-5C9D8B8BF70B}"/>
              </a:ext>
            </a:extLst>
          </p:cNvPr>
          <p:cNvSpPr>
            <a:spLocks noGrp="1"/>
          </p:cNvSpPr>
          <p:nvPr>
            <p:ph idx="1"/>
          </p:nvPr>
        </p:nvSpPr>
        <p:spPr>
          <a:xfrm>
            <a:off x="128464" y="1124744"/>
            <a:ext cx="9282236" cy="5458617"/>
          </a:xfrm>
        </p:spPr>
        <p:txBody>
          <a:bodyPr>
            <a:normAutofit/>
          </a:bodyPr>
          <a:lstStyle/>
          <a:p>
            <a:r>
              <a:rPr kumimoji="1" lang="ja-JP" altLang="en-US" dirty="0"/>
              <a:t>名前　西村　柊一</a:t>
            </a:r>
            <a:r>
              <a:rPr kumimoji="1" lang="en-US" altLang="ja-JP" dirty="0"/>
              <a:t>(</a:t>
            </a:r>
            <a:r>
              <a:rPr lang="ja-JP" altLang="en-US" dirty="0"/>
              <a:t>ニシムラ　シュウイチ</a:t>
            </a:r>
            <a:r>
              <a:rPr kumimoji="1" lang="en-US" altLang="ja-JP" dirty="0"/>
              <a:t>)</a:t>
            </a:r>
          </a:p>
          <a:p>
            <a:r>
              <a:rPr kumimoji="1" lang="ja-JP" altLang="en-US" dirty="0"/>
              <a:t>趣味　コーヒーを淹れる事・ゲーム</a:t>
            </a:r>
            <a:endParaRPr kumimoji="1" lang="en-US" altLang="ja-JP" dirty="0"/>
          </a:p>
          <a:p>
            <a:r>
              <a:rPr kumimoji="1" lang="en-US" altLang="ja-JP" dirty="0"/>
              <a:t>GitHub</a:t>
            </a:r>
            <a:r>
              <a:rPr kumimoji="1" lang="ja-JP" altLang="en-US" dirty="0"/>
              <a:t>　</a:t>
            </a:r>
            <a:r>
              <a:rPr kumimoji="1" lang="en-US" altLang="ja-JP" dirty="0"/>
              <a:t>oreda1</a:t>
            </a:r>
            <a:r>
              <a:rPr lang="en-US" altLang="ja-JP" dirty="0"/>
              <a:t>/Employment</a:t>
            </a:r>
            <a:endParaRPr kumimoji="1" lang="en-US" altLang="ja-JP" dirty="0"/>
          </a:p>
          <a:p>
            <a:r>
              <a:rPr kumimoji="1" lang="ja-JP" altLang="en-US" dirty="0"/>
              <a:t>スキル</a:t>
            </a:r>
            <a:endParaRPr kumimoji="1" lang="en-US" altLang="ja-JP" dirty="0"/>
          </a:p>
          <a:p>
            <a:pPr>
              <a:buFont typeface="Wingdings" panose="05000000000000000000" pitchFamily="2" charset="2"/>
              <a:buChar char="Ø"/>
            </a:pPr>
            <a:r>
              <a:rPr kumimoji="1" lang="en-US" altLang="ja-JP" dirty="0"/>
              <a:t>C++ </a:t>
            </a:r>
            <a:r>
              <a:rPr kumimoji="1" lang="ja-JP" altLang="en-US" dirty="0"/>
              <a:t>　　</a:t>
            </a:r>
            <a:r>
              <a:rPr kumimoji="1" lang="en-US" altLang="ja-JP" dirty="0"/>
              <a:t>1</a:t>
            </a:r>
            <a:r>
              <a:rPr kumimoji="1" lang="ja-JP" altLang="en-US" dirty="0"/>
              <a:t>年　</a:t>
            </a:r>
            <a:endParaRPr kumimoji="1" lang="en-US" altLang="ja-JP" dirty="0"/>
          </a:p>
          <a:p>
            <a:pPr>
              <a:buFont typeface="Wingdings" panose="05000000000000000000" pitchFamily="2" charset="2"/>
              <a:buChar char="Ø"/>
            </a:pPr>
            <a:r>
              <a:rPr lang="en-US" altLang="ja-JP" dirty="0"/>
              <a:t>C# </a:t>
            </a:r>
            <a:r>
              <a:rPr lang="ja-JP" altLang="en-US" dirty="0"/>
              <a:t>　　</a:t>
            </a:r>
            <a:r>
              <a:rPr lang="en-US" altLang="ja-JP" dirty="0"/>
              <a:t>1</a:t>
            </a:r>
            <a:r>
              <a:rPr lang="ja-JP" altLang="en-US" dirty="0"/>
              <a:t>年　</a:t>
            </a:r>
            <a:endParaRPr lang="en-US" altLang="ja-JP" dirty="0"/>
          </a:p>
          <a:p>
            <a:pPr>
              <a:buFont typeface="Wingdings" panose="05000000000000000000" pitchFamily="2" charset="2"/>
              <a:buChar char="Ø"/>
            </a:pPr>
            <a:r>
              <a:rPr lang="en-US" altLang="ja-JP" dirty="0"/>
              <a:t>EXCEL </a:t>
            </a:r>
            <a:r>
              <a:rPr lang="ja-JP" altLang="en-US" dirty="0"/>
              <a:t>　</a:t>
            </a:r>
            <a:r>
              <a:rPr lang="en-US" altLang="ja-JP" dirty="0"/>
              <a:t>6</a:t>
            </a:r>
            <a:r>
              <a:rPr lang="ja-JP" altLang="en-US" dirty="0"/>
              <a:t>年</a:t>
            </a:r>
            <a:endParaRPr lang="en-US" altLang="ja-JP" dirty="0"/>
          </a:p>
          <a:p>
            <a:pPr>
              <a:buFont typeface="Wingdings" panose="05000000000000000000" pitchFamily="2" charset="2"/>
              <a:buChar char="Ø"/>
            </a:pPr>
            <a:r>
              <a:rPr lang="en-US" altLang="ja-JP" dirty="0"/>
              <a:t>Word</a:t>
            </a:r>
            <a:r>
              <a:rPr lang="ja-JP" altLang="en-US" dirty="0"/>
              <a:t>　　</a:t>
            </a:r>
            <a:r>
              <a:rPr lang="en-US" altLang="ja-JP" dirty="0"/>
              <a:t>8</a:t>
            </a:r>
            <a:r>
              <a:rPr lang="ja-JP" altLang="en-US" dirty="0"/>
              <a:t>年　　</a:t>
            </a:r>
            <a:endParaRPr lang="en-US" altLang="ja-JP" dirty="0"/>
          </a:p>
          <a:p>
            <a:pPr marL="0" indent="0">
              <a:buNone/>
            </a:pPr>
            <a:endParaRPr lang="en-US" altLang="ja-JP" dirty="0"/>
          </a:p>
        </p:txBody>
      </p:sp>
      <p:pic>
        <p:nvPicPr>
          <p:cNvPr id="7" name="図 6">
            <a:extLst>
              <a:ext uri="{FF2B5EF4-FFF2-40B4-BE49-F238E27FC236}">
                <a16:creationId xmlns:a16="http://schemas.microsoft.com/office/drawing/2014/main" id="{FB23B0AE-75F3-4C21-8D34-2A51C75671D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0800000">
            <a:off x="4953000" y="3284984"/>
            <a:ext cx="3809873" cy="2857405"/>
          </a:xfrm>
          <a:prstGeom prst="rect">
            <a:avLst/>
          </a:prstGeom>
        </p:spPr>
      </p:pic>
    </p:spTree>
    <p:extLst>
      <p:ext uri="{BB962C8B-B14F-4D97-AF65-F5344CB8AC3E}">
        <p14:creationId xmlns:p14="http://schemas.microsoft.com/office/powerpoint/2010/main" val="38403237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DD4954-9F33-4DDE-A958-3AF8A8C1C790}"/>
              </a:ext>
            </a:extLst>
          </p:cNvPr>
          <p:cNvSpPr>
            <a:spLocks noGrp="1"/>
          </p:cNvSpPr>
          <p:nvPr>
            <p:ph type="title"/>
          </p:nvPr>
        </p:nvSpPr>
        <p:spPr/>
        <p:txBody>
          <a:bodyPr>
            <a:normAutofit/>
          </a:bodyPr>
          <a:lstStyle/>
          <a:p>
            <a:r>
              <a:rPr lang="ja-JP" altLang="en-US" dirty="0"/>
              <a:t>自己紹介</a:t>
            </a:r>
            <a:endParaRPr kumimoji="1" lang="ja-JP" altLang="en-US" dirty="0"/>
          </a:p>
        </p:txBody>
      </p:sp>
      <p:sp>
        <p:nvSpPr>
          <p:cNvPr id="3" name="コンテンツ プレースホルダー 2">
            <a:extLst>
              <a:ext uri="{FF2B5EF4-FFF2-40B4-BE49-F238E27FC236}">
                <a16:creationId xmlns:a16="http://schemas.microsoft.com/office/drawing/2014/main" id="{8AA373AD-EED9-4CDB-BEE2-90F9D050EEDF}"/>
              </a:ext>
            </a:extLst>
          </p:cNvPr>
          <p:cNvSpPr>
            <a:spLocks noGrp="1"/>
          </p:cNvSpPr>
          <p:nvPr>
            <p:ph idx="1"/>
          </p:nvPr>
        </p:nvSpPr>
        <p:spPr>
          <a:xfrm>
            <a:off x="128464" y="1124744"/>
            <a:ext cx="9649072" cy="5030019"/>
          </a:xfrm>
        </p:spPr>
        <p:txBody>
          <a:bodyPr/>
          <a:lstStyle/>
          <a:p>
            <a:r>
              <a:rPr kumimoji="1" lang="ja-JP" altLang="en-US" dirty="0"/>
              <a:t>出身　佐賀県</a:t>
            </a:r>
            <a:endParaRPr kumimoji="1" lang="en-US" altLang="ja-JP" dirty="0"/>
          </a:p>
          <a:p>
            <a:r>
              <a:rPr lang="ja-JP" altLang="en-US" dirty="0"/>
              <a:t>休みの日は県外に遊びに行ったりしています。</a:t>
            </a:r>
            <a:endParaRPr lang="en-US" altLang="ja-JP" dirty="0"/>
          </a:p>
          <a:p>
            <a:r>
              <a:rPr lang="ja-JP" altLang="en-US" dirty="0"/>
              <a:t>他にはカフェにもいったりしています。</a:t>
            </a:r>
            <a:endParaRPr lang="en-US" altLang="ja-JP" dirty="0"/>
          </a:p>
          <a:p>
            <a:endParaRPr lang="en-US" altLang="ja-JP" dirty="0"/>
          </a:p>
        </p:txBody>
      </p:sp>
      <p:pic>
        <p:nvPicPr>
          <p:cNvPr id="5" name="図 4">
            <a:extLst>
              <a:ext uri="{FF2B5EF4-FFF2-40B4-BE49-F238E27FC236}">
                <a16:creationId xmlns:a16="http://schemas.microsoft.com/office/drawing/2014/main" id="{2DE05BB4-00F6-4F30-907D-10685B4F865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6525" b="19711"/>
          <a:stretch/>
        </p:blipFill>
        <p:spPr>
          <a:xfrm>
            <a:off x="1640633" y="2910952"/>
            <a:ext cx="4320480" cy="3672410"/>
          </a:xfrm>
          <a:prstGeom prst="rect">
            <a:avLst/>
          </a:prstGeom>
        </p:spPr>
      </p:pic>
      <p:pic>
        <p:nvPicPr>
          <p:cNvPr id="7" name="図 6">
            <a:extLst>
              <a:ext uri="{FF2B5EF4-FFF2-40B4-BE49-F238E27FC236}">
                <a16:creationId xmlns:a16="http://schemas.microsoft.com/office/drawing/2014/main" id="{E0C05DFD-8786-4F54-BBFC-38D1B2E13BD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7433" t="12417" r="14449" b="28835"/>
          <a:stretch/>
        </p:blipFill>
        <p:spPr>
          <a:xfrm>
            <a:off x="6141132" y="3071333"/>
            <a:ext cx="3456384" cy="3351647"/>
          </a:xfrm>
          <a:prstGeom prst="rect">
            <a:avLst/>
          </a:prstGeom>
        </p:spPr>
      </p:pic>
    </p:spTree>
    <p:extLst>
      <p:ext uri="{BB962C8B-B14F-4D97-AF65-F5344CB8AC3E}">
        <p14:creationId xmlns:p14="http://schemas.microsoft.com/office/powerpoint/2010/main" val="21934668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1">
            <a:extLst>
              <a:ext uri="{FF2B5EF4-FFF2-40B4-BE49-F238E27FC236}">
                <a16:creationId xmlns:a16="http://schemas.microsoft.com/office/drawing/2014/main" id="{7EA15C95-A46F-420E-95A1-B85A05FDCCAA}"/>
              </a:ext>
            </a:extLst>
          </p:cNvPr>
          <p:cNvSpPr>
            <a:spLocks noGrp="1"/>
          </p:cNvSpPr>
          <p:nvPr>
            <p:ph type="title"/>
          </p:nvPr>
        </p:nvSpPr>
        <p:spPr>
          <a:xfrm>
            <a:off x="848544" y="188640"/>
            <a:ext cx="6552728" cy="1143000"/>
          </a:xfrm>
        </p:spPr>
        <p:txBody>
          <a:bodyPr>
            <a:normAutofit fontScale="90000"/>
          </a:bodyPr>
          <a:lstStyle/>
          <a:p>
            <a:r>
              <a:rPr kumimoji="1" lang="ja-JP" altLang="en-US" sz="7200" dirty="0"/>
              <a:t>最終制作作品</a:t>
            </a:r>
          </a:p>
        </p:txBody>
      </p:sp>
      <p:pic>
        <p:nvPicPr>
          <p:cNvPr id="3" name="図 2">
            <a:extLst>
              <a:ext uri="{FF2B5EF4-FFF2-40B4-BE49-F238E27FC236}">
                <a16:creationId xmlns:a16="http://schemas.microsoft.com/office/drawing/2014/main" id="{AA1CCCCD-2331-43AE-9885-E1D9293A553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219" y="1331640"/>
            <a:ext cx="9449561" cy="5040560"/>
          </a:xfrm>
          <a:prstGeom prst="rect">
            <a:avLst/>
          </a:prstGeom>
        </p:spPr>
      </p:pic>
    </p:spTree>
    <p:extLst>
      <p:ext uri="{BB962C8B-B14F-4D97-AF65-F5344CB8AC3E}">
        <p14:creationId xmlns:p14="http://schemas.microsoft.com/office/powerpoint/2010/main" val="5385516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000" b="-1000"/>
          </a:stretch>
        </a:blipFill>
        <a:effectLst/>
      </p:bgPr>
    </p:bg>
    <p:spTree>
      <p:nvGrpSpPr>
        <p:cNvPr id="1" name=""/>
        <p:cNvGrpSpPr/>
        <p:nvPr/>
      </p:nvGrpSpPr>
      <p:grpSpPr>
        <a:xfrm>
          <a:off x="0" y="0"/>
          <a:ext cx="0" cy="0"/>
          <a:chOff x="0" y="0"/>
          <a:chExt cx="0" cy="0"/>
        </a:xfrm>
      </p:grpSpPr>
      <p:sp>
        <p:nvSpPr>
          <p:cNvPr id="2" name="タイトル 1"/>
          <p:cNvSpPr>
            <a:spLocks noGrp="1"/>
          </p:cNvSpPr>
          <p:nvPr>
            <p:ph type="title"/>
          </p:nvPr>
        </p:nvSpPr>
        <p:spPr>
          <a:xfrm>
            <a:off x="632520" y="260648"/>
            <a:ext cx="4457700" cy="571500"/>
          </a:xfrm>
        </p:spPr>
        <p:txBody>
          <a:bodyPr>
            <a:noAutofit/>
          </a:bodyPr>
          <a:lstStyle/>
          <a:p>
            <a:pPr algn="l"/>
            <a:r>
              <a:rPr kumimoji="1" lang="en-US" altLang="ja-JP" sz="2800" b="1" dirty="0">
                <a:effectLst>
                  <a:outerShdw blurRad="38100" dist="38100" dir="2700000" algn="tl">
                    <a:srgbClr val="000000">
                      <a:alpha val="43137"/>
                    </a:srgbClr>
                  </a:outerShdw>
                </a:effectLst>
              </a:rPr>
              <a:t>Leviathan(daemon name)</a:t>
            </a:r>
            <a:endParaRPr kumimoji="1" lang="ja-JP" altLang="en-US" sz="2800" b="1" dirty="0">
              <a:effectLst>
                <a:outerShdw blurRad="38100" dist="38100" dir="2700000" algn="tl">
                  <a:srgbClr val="000000">
                    <a:alpha val="43137"/>
                  </a:srgbClr>
                </a:outerShdw>
              </a:effectLst>
            </a:endParaRPr>
          </a:p>
        </p:txBody>
      </p:sp>
      <p:sp>
        <p:nvSpPr>
          <p:cNvPr id="3" name="コンテンツ プレースホルダー 2"/>
          <p:cNvSpPr>
            <a:spLocks noGrp="1"/>
          </p:cNvSpPr>
          <p:nvPr>
            <p:ph idx="1"/>
          </p:nvPr>
        </p:nvSpPr>
        <p:spPr>
          <a:xfrm>
            <a:off x="495300" y="1196752"/>
            <a:ext cx="8915400" cy="4929413"/>
          </a:xfrm>
        </p:spPr>
        <p:txBody>
          <a:bodyPr>
            <a:normAutofit/>
          </a:bodyPr>
          <a:lstStyle/>
          <a:p>
            <a:pPr marL="0" indent="0">
              <a:buNone/>
            </a:pPr>
            <a:r>
              <a:rPr lang="ja-JP" altLang="en-US" sz="2400" dirty="0"/>
              <a:t>・アイテムを集めて、脱出する</a:t>
            </a:r>
            <a:r>
              <a:rPr lang="en-US" altLang="ja-JP" sz="2400" dirty="0"/>
              <a:t>FPS</a:t>
            </a:r>
            <a:r>
              <a:rPr lang="ja-JP" altLang="en-US" sz="2400" dirty="0"/>
              <a:t>視点脱出ゲーム</a:t>
            </a:r>
            <a:endParaRPr lang="en-US" altLang="ja-JP" sz="2400" dirty="0"/>
          </a:p>
          <a:p>
            <a:pPr marL="0" indent="0">
              <a:buNone/>
            </a:pPr>
            <a:r>
              <a:rPr lang="ja-JP" altLang="en-US" sz="2400" dirty="0"/>
              <a:t>・元にした・要素を取ったゲーム</a:t>
            </a:r>
            <a:endParaRPr lang="en-US" altLang="ja-JP" sz="2400" dirty="0"/>
          </a:p>
          <a:p>
            <a:pPr marL="0" indent="0">
              <a:buNone/>
            </a:pPr>
            <a:r>
              <a:rPr lang="ja-JP" altLang="en-US" sz="2400" dirty="0"/>
              <a:t>　</a:t>
            </a:r>
            <a:r>
              <a:rPr lang="en-US" altLang="ja-JP" sz="2400" dirty="0"/>
              <a:t>Granny</a:t>
            </a:r>
          </a:p>
          <a:p>
            <a:pPr marL="0" indent="0">
              <a:buNone/>
            </a:pPr>
            <a:r>
              <a:rPr lang="ja-JP" altLang="en-US" sz="2400" dirty="0"/>
              <a:t>　</a:t>
            </a:r>
            <a:r>
              <a:rPr lang="en-US" altLang="ja-JP" sz="2400" dirty="0"/>
              <a:t>The Classrooms</a:t>
            </a:r>
            <a:br>
              <a:rPr lang="en-US" altLang="ja-JP" sz="2400" dirty="0"/>
            </a:br>
            <a:r>
              <a:rPr lang="ja-JP" altLang="en-US" sz="2400" dirty="0"/>
              <a:t>　青鬼　など</a:t>
            </a:r>
            <a:r>
              <a:rPr lang="en-US" altLang="ja-JP" sz="2400" dirty="0"/>
              <a:t>…</a:t>
            </a:r>
            <a:r>
              <a:rPr lang="ja-JP" altLang="en-US" sz="2400" dirty="0"/>
              <a:t>を</a:t>
            </a:r>
            <a:r>
              <a:rPr lang="en-US" altLang="ja-JP" sz="2400" dirty="0"/>
              <a:t>+a</a:t>
            </a:r>
            <a:r>
              <a:rPr lang="ja-JP" altLang="en-US" sz="2400" dirty="0"/>
              <a:t>したもの</a:t>
            </a:r>
            <a:br>
              <a:rPr lang="en-US" altLang="ja-JP" sz="2400" dirty="0"/>
            </a:br>
            <a:r>
              <a:rPr lang="ja-JP" altLang="en-US" sz="2400" dirty="0"/>
              <a:t>動画</a:t>
            </a:r>
            <a:endParaRPr lang="en-US" altLang="ja-JP" sz="2400" dirty="0"/>
          </a:p>
          <a:p>
            <a:pPr marL="0" indent="0">
              <a:buNone/>
            </a:pPr>
            <a:r>
              <a:rPr lang="ja-JP" altLang="en-US" sz="2400" dirty="0"/>
              <a:t>  </a:t>
            </a:r>
            <a:r>
              <a:rPr lang="en-US" altLang="ja-JP" sz="2400" dirty="0">
                <a:hlinkClick r:id="rId4"/>
              </a:rPr>
              <a:t>https://youtu.be/vFEkRmnfC3w?si=MA286cYGk42qtQb9</a:t>
            </a:r>
            <a:endParaRPr lang="en-US" altLang="ja-JP" sz="2400" dirty="0"/>
          </a:p>
          <a:p>
            <a:pPr marL="0" indent="0">
              <a:buNone/>
            </a:pPr>
            <a:r>
              <a:rPr lang="ja-JP" altLang="en-US" sz="2400" dirty="0"/>
              <a:t>　</a:t>
            </a:r>
            <a:endParaRPr lang="en-US" altLang="ja-JP" sz="2400" dirty="0"/>
          </a:p>
          <a:p>
            <a:pPr marL="0" indent="0">
              <a:buNone/>
            </a:pPr>
            <a:endParaRPr lang="en-US" altLang="ja-JP" sz="2400" dirty="0"/>
          </a:p>
          <a:p>
            <a:pPr marL="0" indent="0">
              <a:buNone/>
            </a:pPr>
            <a:endParaRPr lang="en-US" altLang="ja-JP" sz="2400" dirty="0"/>
          </a:p>
          <a:p>
            <a:pPr marL="0" indent="0">
              <a:buNone/>
            </a:pPr>
            <a:endParaRPr lang="en-US" altLang="ja-JP" sz="2400" dirty="0"/>
          </a:p>
          <a:p>
            <a:pPr marL="0" indent="0">
              <a:buNone/>
            </a:pPr>
            <a:endParaRPr lang="ja-JP" altLang="en-US" sz="2400" dirty="0"/>
          </a:p>
          <a:p>
            <a:pPr marL="0" indent="0">
              <a:buNone/>
            </a:pPr>
            <a:endParaRPr lang="ja-JP" altLang="en-US" dirty="0"/>
          </a:p>
          <a:p>
            <a:endParaRPr lang="ja-JP" altLang="en-US" dirty="0"/>
          </a:p>
          <a:p>
            <a:endParaRPr lang="ja-JP" altLang="en-US" dirty="0"/>
          </a:p>
          <a:p>
            <a:endParaRPr lang="ja-JP" altLang="en-US" dirty="0"/>
          </a:p>
          <a:p>
            <a:endParaRPr lang="ja-JP" altLang="en-US" dirty="0"/>
          </a:p>
          <a:p>
            <a:pPr marL="0" indent="0">
              <a:buNone/>
            </a:pPr>
            <a:endParaRPr kumimoji="1" lang="ja-JP" altLang="en-US" dirty="0"/>
          </a:p>
        </p:txBody>
      </p:sp>
    </p:spTree>
    <p:extLst>
      <p:ext uri="{BB962C8B-B14F-4D97-AF65-F5344CB8AC3E}">
        <p14:creationId xmlns:p14="http://schemas.microsoft.com/office/powerpoint/2010/main" val="23846792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C6F436C-3301-4688-9385-CFDE44C5BCC6}"/>
              </a:ext>
            </a:extLst>
          </p:cNvPr>
          <p:cNvSpPr>
            <a:spLocks noGrp="1"/>
          </p:cNvSpPr>
          <p:nvPr>
            <p:ph type="title"/>
          </p:nvPr>
        </p:nvSpPr>
        <p:spPr/>
        <p:txBody>
          <a:bodyPr/>
          <a:lstStyle/>
          <a:p>
            <a:r>
              <a:rPr kumimoji="1" lang="en-US" altLang="ja-JP" dirty="0"/>
              <a:t>‣</a:t>
            </a:r>
            <a:r>
              <a:rPr kumimoji="1" lang="ja-JP" altLang="en-US" dirty="0"/>
              <a:t>面白いポイント</a:t>
            </a:r>
          </a:p>
        </p:txBody>
      </p:sp>
      <p:sp>
        <p:nvSpPr>
          <p:cNvPr id="3" name="コンテンツ プレースホルダー 2">
            <a:extLst>
              <a:ext uri="{FF2B5EF4-FFF2-40B4-BE49-F238E27FC236}">
                <a16:creationId xmlns:a16="http://schemas.microsoft.com/office/drawing/2014/main" id="{3008FFE7-CCAF-478C-B71C-27C33B0D0087}"/>
              </a:ext>
            </a:extLst>
          </p:cNvPr>
          <p:cNvSpPr>
            <a:spLocks noGrp="1"/>
          </p:cNvSpPr>
          <p:nvPr>
            <p:ph idx="1"/>
          </p:nvPr>
        </p:nvSpPr>
        <p:spPr/>
        <p:txBody>
          <a:bodyPr/>
          <a:lstStyle/>
          <a:p>
            <a:r>
              <a:rPr kumimoji="1" lang="ja-JP" altLang="en-US" dirty="0"/>
              <a:t>敵から逃げながら、タスクをこなす。</a:t>
            </a:r>
            <a:endParaRPr lang="en-US" altLang="ja-JP" dirty="0"/>
          </a:p>
          <a:p>
            <a:r>
              <a:rPr kumimoji="1" lang="ja-JP" altLang="en-US" dirty="0"/>
              <a:t>何が起きるのか分からない、ハラハラ感</a:t>
            </a:r>
            <a:endParaRPr kumimoji="1" lang="en-US" altLang="ja-JP" dirty="0"/>
          </a:p>
          <a:p>
            <a:r>
              <a:rPr kumimoji="1" lang="ja-JP" altLang="en-US" dirty="0"/>
              <a:t>恐怖と緊張感を煽る、</a:t>
            </a:r>
            <a:r>
              <a:rPr kumimoji="1" lang="en-US" altLang="ja-JP" dirty="0"/>
              <a:t>BGM</a:t>
            </a:r>
            <a:r>
              <a:rPr lang="ja-JP" altLang="en-US" dirty="0"/>
              <a:t>と演出　など</a:t>
            </a:r>
            <a:endParaRPr lang="en-US" altLang="ja-JP" dirty="0"/>
          </a:p>
        </p:txBody>
      </p:sp>
      <p:pic>
        <p:nvPicPr>
          <p:cNvPr id="9" name="図 8">
            <a:extLst>
              <a:ext uri="{FF2B5EF4-FFF2-40B4-BE49-F238E27FC236}">
                <a16:creationId xmlns:a16="http://schemas.microsoft.com/office/drawing/2014/main" id="{706FD5AB-2B10-4E5C-9CD0-11482CB796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4528" y="3501008"/>
            <a:ext cx="5400600" cy="296168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8425497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FD11F59-074E-43A7-A619-CDE912C18246}"/>
              </a:ext>
            </a:extLst>
          </p:cNvPr>
          <p:cNvSpPr>
            <a:spLocks noGrp="1"/>
          </p:cNvSpPr>
          <p:nvPr>
            <p:ph type="title"/>
          </p:nvPr>
        </p:nvSpPr>
        <p:spPr>
          <a:xfrm>
            <a:off x="272480" y="1196752"/>
            <a:ext cx="9502203" cy="1791052"/>
          </a:xfrm>
        </p:spPr>
        <p:txBody>
          <a:bodyPr>
            <a:normAutofit/>
          </a:bodyPr>
          <a:lstStyle/>
          <a:p>
            <a:r>
              <a:rPr lang="ja-JP" altLang="en-US" sz="2000" dirty="0"/>
              <a:t>アイテムの説明が出ます。</a:t>
            </a:r>
            <a:br>
              <a:rPr lang="en-US" altLang="ja-JP" sz="2000" dirty="0"/>
            </a:br>
            <a:r>
              <a:rPr lang="ja-JP" altLang="en-US" sz="2000" dirty="0"/>
              <a:t>これはフラスタムカリング判定を用いて、プレイヤーの視点座標をワールド座標に切り替えてアイテムまでの最短距離の中で一つのアイテムを出して何のアイテムかを判別し、アイテムの説名を出すようにしています。</a:t>
            </a:r>
            <a:endParaRPr kumimoji="1" lang="ja-JP" altLang="en-US" sz="2000" dirty="0"/>
          </a:p>
        </p:txBody>
      </p:sp>
      <p:pic>
        <p:nvPicPr>
          <p:cNvPr id="4" name="図 3">
            <a:extLst>
              <a:ext uri="{FF2B5EF4-FFF2-40B4-BE49-F238E27FC236}">
                <a16:creationId xmlns:a16="http://schemas.microsoft.com/office/drawing/2014/main" id="{75F43376-313C-423A-ADB6-70D3FE69402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7340" y="3413849"/>
            <a:ext cx="3456384" cy="193506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コンテンツ プレースホルダー 4">
            <a:extLst>
              <a:ext uri="{FF2B5EF4-FFF2-40B4-BE49-F238E27FC236}">
                <a16:creationId xmlns:a16="http://schemas.microsoft.com/office/drawing/2014/main" id="{D8E874FF-8395-4B69-BA18-8F22A1871EE6}"/>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385048" y="3501008"/>
            <a:ext cx="3456383" cy="193506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矢印: 右 5">
            <a:extLst>
              <a:ext uri="{FF2B5EF4-FFF2-40B4-BE49-F238E27FC236}">
                <a16:creationId xmlns:a16="http://schemas.microsoft.com/office/drawing/2014/main" id="{8CB6176B-E2DB-47C5-9A5D-C8B3088F7DCD}"/>
              </a:ext>
            </a:extLst>
          </p:cNvPr>
          <p:cNvSpPr/>
          <p:nvPr/>
        </p:nvSpPr>
        <p:spPr>
          <a:xfrm>
            <a:off x="3874306" y="4005064"/>
            <a:ext cx="1440160" cy="6480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6DB955AB-AFC2-40DD-8BF3-F38E99188655}"/>
              </a:ext>
            </a:extLst>
          </p:cNvPr>
          <p:cNvSpPr txBox="1"/>
          <p:nvPr/>
        </p:nvSpPr>
        <p:spPr>
          <a:xfrm>
            <a:off x="416496" y="298827"/>
            <a:ext cx="3005951" cy="769441"/>
          </a:xfrm>
          <a:prstGeom prst="rect">
            <a:avLst/>
          </a:prstGeom>
          <a:noFill/>
        </p:spPr>
        <p:txBody>
          <a:bodyPr wrap="none" rtlCol="0">
            <a:spAutoFit/>
          </a:bodyPr>
          <a:lstStyle/>
          <a:p>
            <a:r>
              <a:rPr kumimoji="1" lang="ja-JP" altLang="en-US" sz="4400" b="1" dirty="0"/>
              <a:t>技術紹介①</a:t>
            </a:r>
          </a:p>
        </p:txBody>
      </p:sp>
    </p:spTree>
    <p:extLst>
      <p:ext uri="{BB962C8B-B14F-4D97-AF65-F5344CB8AC3E}">
        <p14:creationId xmlns:p14="http://schemas.microsoft.com/office/powerpoint/2010/main" val="13953561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EB6D72E-669F-41E1-84C2-19FB59C30903}"/>
              </a:ext>
            </a:extLst>
          </p:cNvPr>
          <p:cNvSpPr>
            <a:spLocks noGrp="1"/>
          </p:cNvSpPr>
          <p:nvPr>
            <p:ph type="title"/>
          </p:nvPr>
        </p:nvSpPr>
        <p:spPr>
          <a:xfrm>
            <a:off x="495299" y="980728"/>
            <a:ext cx="8915400" cy="1143000"/>
          </a:xfrm>
        </p:spPr>
        <p:txBody>
          <a:bodyPr>
            <a:normAutofit/>
          </a:bodyPr>
          <a:lstStyle/>
          <a:p>
            <a:r>
              <a:rPr kumimoji="1" lang="ja-JP" altLang="en-US" sz="2000" dirty="0"/>
              <a:t>敵の移動</a:t>
            </a:r>
            <a:r>
              <a:rPr lang="ja-JP" altLang="en-US" sz="2000" dirty="0"/>
              <a:t>は</a:t>
            </a:r>
            <a:r>
              <a:rPr lang="en-US" altLang="ja-JP" sz="2000" dirty="0" err="1"/>
              <a:t>Navmesh</a:t>
            </a:r>
            <a:r>
              <a:rPr lang="ja-JP" altLang="en-US" sz="2000" dirty="0"/>
              <a:t>を使い最短距離を出し、エリア内を歩き周り、プレイヤーまでの距離で足音などが変化するようにしている。ついでに敵を状態遷移ごとににスピードや動きなどを変えたりしている。</a:t>
            </a:r>
            <a:endParaRPr kumimoji="1" lang="ja-JP" altLang="en-US" sz="2000" dirty="0"/>
          </a:p>
        </p:txBody>
      </p:sp>
      <p:pic>
        <p:nvPicPr>
          <p:cNvPr id="9" name="コンテンツ プレースホルダー 8">
            <a:extLst>
              <a:ext uri="{FF2B5EF4-FFF2-40B4-BE49-F238E27FC236}">
                <a16:creationId xmlns:a16="http://schemas.microsoft.com/office/drawing/2014/main" id="{B9D7BB10-B6EC-4EA5-A2F5-9A0E6DF944D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92945" y="2204864"/>
            <a:ext cx="8120109" cy="452596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テキスト ボックス 3">
            <a:extLst>
              <a:ext uri="{FF2B5EF4-FFF2-40B4-BE49-F238E27FC236}">
                <a16:creationId xmlns:a16="http://schemas.microsoft.com/office/drawing/2014/main" id="{BE923453-90EA-441A-843B-440B2D80C8EC}"/>
              </a:ext>
            </a:extLst>
          </p:cNvPr>
          <p:cNvSpPr txBox="1"/>
          <p:nvPr/>
        </p:nvSpPr>
        <p:spPr>
          <a:xfrm>
            <a:off x="416496" y="298827"/>
            <a:ext cx="3005951" cy="769441"/>
          </a:xfrm>
          <a:prstGeom prst="rect">
            <a:avLst/>
          </a:prstGeom>
          <a:noFill/>
        </p:spPr>
        <p:txBody>
          <a:bodyPr wrap="none" rtlCol="0">
            <a:spAutoFit/>
          </a:bodyPr>
          <a:lstStyle/>
          <a:p>
            <a:r>
              <a:rPr kumimoji="1" lang="ja-JP" altLang="en-US" sz="4400" b="1" dirty="0"/>
              <a:t>技術紹介②</a:t>
            </a:r>
          </a:p>
        </p:txBody>
      </p:sp>
    </p:spTree>
    <p:extLst>
      <p:ext uri="{BB962C8B-B14F-4D97-AF65-F5344CB8AC3E}">
        <p14:creationId xmlns:p14="http://schemas.microsoft.com/office/powerpoint/2010/main" val="781179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43B4AE-CDF1-475B-A0C7-C4282CF03024}"/>
              </a:ext>
            </a:extLst>
          </p:cNvPr>
          <p:cNvSpPr>
            <a:spLocks noGrp="1"/>
          </p:cNvSpPr>
          <p:nvPr>
            <p:ph type="title"/>
          </p:nvPr>
        </p:nvSpPr>
        <p:spPr>
          <a:xfrm>
            <a:off x="704528" y="1700808"/>
            <a:ext cx="8915400" cy="1138138"/>
          </a:xfrm>
        </p:spPr>
        <p:txBody>
          <a:bodyPr>
            <a:normAutofit/>
          </a:bodyPr>
          <a:lstStyle/>
          <a:p>
            <a:r>
              <a:rPr lang="ja-JP" altLang="en-US" sz="2000" dirty="0"/>
              <a:t>コントローラーのインスタンスを作りシーンが遷移されてもそのコントローラーに割り当てたインプットシステムを持ってきている。</a:t>
            </a:r>
            <a:endParaRPr kumimoji="1" lang="ja-JP" altLang="en-US" sz="2000" dirty="0"/>
          </a:p>
        </p:txBody>
      </p:sp>
      <p:pic>
        <p:nvPicPr>
          <p:cNvPr id="5" name="コンテンツ プレースホルダー 4">
            <a:extLst>
              <a:ext uri="{FF2B5EF4-FFF2-40B4-BE49-F238E27FC236}">
                <a16:creationId xmlns:a16="http://schemas.microsoft.com/office/drawing/2014/main" id="{A8050D1F-85C2-4C53-9257-7EED9E91343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72680" y="3573016"/>
            <a:ext cx="5877745" cy="2581635"/>
          </a:xfrm>
        </p:spPr>
      </p:pic>
      <p:sp>
        <p:nvSpPr>
          <p:cNvPr id="4" name="テキスト ボックス 3">
            <a:extLst>
              <a:ext uri="{FF2B5EF4-FFF2-40B4-BE49-F238E27FC236}">
                <a16:creationId xmlns:a16="http://schemas.microsoft.com/office/drawing/2014/main" id="{89E7C050-CFCF-4342-A9C4-C08F7C277C68}"/>
              </a:ext>
            </a:extLst>
          </p:cNvPr>
          <p:cNvSpPr txBox="1"/>
          <p:nvPr/>
        </p:nvSpPr>
        <p:spPr>
          <a:xfrm>
            <a:off x="416496" y="298827"/>
            <a:ext cx="3005951" cy="769441"/>
          </a:xfrm>
          <a:prstGeom prst="rect">
            <a:avLst/>
          </a:prstGeom>
          <a:noFill/>
        </p:spPr>
        <p:txBody>
          <a:bodyPr wrap="none" rtlCol="0">
            <a:spAutoFit/>
          </a:bodyPr>
          <a:lstStyle/>
          <a:p>
            <a:r>
              <a:rPr kumimoji="1" lang="ja-JP" altLang="en-US" sz="4400" b="1" dirty="0"/>
              <a:t>技術紹介③</a:t>
            </a:r>
          </a:p>
        </p:txBody>
      </p:sp>
    </p:spTree>
    <p:extLst>
      <p:ext uri="{BB962C8B-B14F-4D97-AF65-F5344CB8AC3E}">
        <p14:creationId xmlns:p14="http://schemas.microsoft.com/office/powerpoint/2010/main" val="42182407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D2447F-5C96-4F09-B72D-AD19AA75C124}"/>
              </a:ext>
            </a:extLst>
          </p:cNvPr>
          <p:cNvSpPr>
            <a:spLocks noGrp="1"/>
          </p:cNvSpPr>
          <p:nvPr>
            <p:ph type="title"/>
          </p:nvPr>
        </p:nvSpPr>
        <p:spPr/>
        <p:txBody>
          <a:bodyPr/>
          <a:lstStyle/>
          <a:p>
            <a:r>
              <a:rPr kumimoji="1" lang="ja-JP" altLang="en-US" dirty="0"/>
              <a:t>これからの目標</a:t>
            </a:r>
          </a:p>
        </p:txBody>
      </p:sp>
      <p:sp>
        <p:nvSpPr>
          <p:cNvPr id="3" name="コンテンツ プレースホルダー 2">
            <a:extLst>
              <a:ext uri="{FF2B5EF4-FFF2-40B4-BE49-F238E27FC236}">
                <a16:creationId xmlns:a16="http://schemas.microsoft.com/office/drawing/2014/main" id="{D228593A-E1D3-4B29-9078-F56956FDA4A3}"/>
              </a:ext>
            </a:extLst>
          </p:cNvPr>
          <p:cNvSpPr>
            <a:spLocks noGrp="1"/>
          </p:cNvSpPr>
          <p:nvPr>
            <p:ph idx="1"/>
          </p:nvPr>
        </p:nvSpPr>
        <p:spPr>
          <a:xfrm>
            <a:off x="0" y="1268760"/>
            <a:ext cx="9906000" cy="5589239"/>
          </a:xfrm>
        </p:spPr>
        <p:txBody>
          <a:bodyPr/>
          <a:lstStyle/>
          <a:p>
            <a:pPr marL="0" indent="0">
              <a:buNone/>
            </a:pPr>
            <a:r>
              <a:rPr kumimoji="1" lang="ja-JP" altLang="en-US" dirty="0"/>
              <a:t>一人のゲームクリエイターのプログラマーとして</a:t>
            </a:r>
            <a:r>
              <a:rPr lang="ja-JP" altLang="en-US" dirty="0"/>
              <a:t>、ゲームに対して、子供の純粋な心を忘れずに。なぜ面白いのかを明確にプレイヤー全員が言えるようなモデリングを使い綺麗な世界観のアクションゲームを作りたいです。</a:t>
            </a:r>
            <a:endParaRPr lang="en-US" altLang="ja-JP" dirty="0"/>
          </a:p>
          <a:p>
            <a:pPr marL="0" indent="0">
              <a:buNone/>
            </a:pPr>
            <a:r>
              <a:rPr lang="ja-JP" altLang="en-US" dirty="0"/>
              <a:t>ゲームの世界に終わりは無いと思います。</a:t>
            </a:r>
            <a:endParaRPr lang="en-US" altLang="ja-JP" dirty="0"/>
          </a:p>
          <a:p>
            <a:pPr marL="0" indent="0">
              <a:buNone/>
            </a:pPr>
            <a:r>
              <a:rPr lang="ja-JP" altLang="en-US" dirty="0"/>
              <a:t>ゲーム</a:t>
            </a:r>
            <a:r>
              <a:rPr kumimoji="1" lang="ja-JP" altLang="en-US" dirty="0"/>
              <a:t>に対するイマジネーションが尽きない限り、世界を変え、未来永劫これからも面白いゲームは作られていくのだと思います。</a:t>
            </a:r>
            <a:endParaRPr kumimoji="1" lang="en-US" altLang="ja-JP" dirty="0"/>
          </a:p>
        </p:txBody>
      </p:sp>
    </p:spTree>
    <p:extLst>
      <p:ext uri="{BB962C8B-B14F-4D97-AF65-F5344CB8AC3E}">
        <p14:creationId xmlns:p14="http://schemas.microsoft.com/office/powerpoint/2010/main" val="3590431736"/>
      </p:ext>
    </p:extLst>
  </p:cSld>
  <p:clrMapOvr>
    <a:masterClrMapping/>
  </p:clrMapOvr>
</p:sld>
</file>

<file path=ppt/theme/theme1.xml><?xml version="1.0" encoding="utf-8"?>
<a:theme xmlns:a="http://schemas.openxmlformats.org/drawingml/2006/main" name="Office ​​テーマ">
  <a:themeElements>
    <a:clrScheme name="ユーザー定義 2">
      <a:dk1>
        <a:srgbClr val="FFFFFF"/>
      </a:dk1>
      <a:lt1>
        <a:sysClr val="window" lastClr="FFFFFF"/>
      </a:lt1>
      <a:dk2>
        <a:srgbClr val="FFFFFF"/>
      </a:dk2>
      <a:lt2>
        <a:srgbClr val="EEECE1"/>
      </a:lt2>
      <a:accent1>
        <a:srgbClr val="FFC000"/>
      </a:accent1>
      <a:accent2>
        <a:srgbClr val="FE19FF"/>
      </a:accent2>
      <a:accent3>
        <a:srgbClr val="00B050"/>
      </a:accent3>
      <a:accent4>
        <a:srgbClr val="7030A0"/>
      </a:accent4>
      <a:accent5>
        <a:srgbClr val="00B0F0"/>
      </a:accent5>
      <a:accent6>
        <a:srgbClr val="F79646"/>
      </a:accent6>
      <a:hlink>
        <a:srgbClr val="FFFF00"/>
      </a:hlink>
      <a:folHlink>
        <a:srgbClr val="4BACC6"/>
      </a:folHlink>
    </a:clrScheme>
    <a:fontScheme name="みゃまデザイン/電球A">
      <a:majorFont>
        <a:latin typeface="Impact"/>
        <a:ea typeface="メイリオ"/>
        <a:cs typeface=""/>
      </a:majorFont>
      <a:minorFont>
        <a:latin typeface="Century Gothic"/>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865</TotalTime>
  <Words>378</Words>
  <Application>Microsoft Office PowerPoint</Application>
  <PresentationFormat>A4 210 x 297 mm</PresentationFormat>
  <Paragraphs>45</Paragraphs>
  <Slides>9</Slides>
  <Notes>2</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9</vt:i4>
      </vt:variant>
    </vt:vector>
  </HeadingPairs>
  <TitlesOfParts>
    <vt:vector size="16" baseType="lpstr">
      <vt:lpstr>游ゴシック</vt:lpstr>
      <vt:lpstr>Arial</vt:lpstr>
      <vt:lpstr>Calibri</vt:lpstr>
      <vt:lpstr>Century Gothic</vt:lpstr>
      <vt:lpstr>Impact</vt:lpstr>
      <vt:lpstr>Wingdings</vt:lpstr>
      <vt:lpstr>Office ​​テーマ</vt:lpstr>
      <vt:lpstr>険悪を排し、恐怖を演出するゲームプログラマー</vt:lpstr>
      <vt:lpstr>自己紹介</vt:lpstr>
      <vt:lpstr>最終制作作品</vt:lpstr>
      <vt:lpstr>Leviathan(daemon name)</vt:lpstr>
      <vt:lpstr>‣面白いポイント</vt:lpstr>
      <vt:lpstr>アイテムの説明が出ます。 これはフラスタムカリング判定を用いて、プレイヤーの視点座標をワールド座標に切り替えてアイテムまでの最短距離の中で一つのアイテムを出して何のアイテムかを判別し、アイテムの説名を出すようにしています。</vt:lpstr>
      <vt:lpstr>敵の移動はNavmeshを使い最短距離を出し、エリア内を歩き周り、プレイヤーまでの距離で足音などが変化するようにしている。ついでに敵を状態遷移ごとににスピードや動きなどを変えたりしている。</vt:lpstr>
      <vt:lpstr>コントローラーのインスタンスを作りシーンが遷移されてもそのコントローラーに割り当てたインプットシステムを持ってきている。</vt:lpstr>
      <vt:lpstr>これからの目標</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西村　柊一</dc:creator>
  <cp:lastModifiedBy>shu N.</cp:lastModifiedBy>
  <cp:revision>58</cp:revision>
  <dcterms:created xsi:type="dcterms:W3CDTF">2014-05-13T14:37:50Z</dcterms:created>
  <dcterms:modified xsi:type="dcterms:W3CDTF">2025-09-16T00:38:53Z</dcterms:modified>
</cp:coreProperties>
</file>