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15125700" cy="10693400"/>
  <p:notesSz cx="15125700" cy="10693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50" d="100"/>
          <a:sy n="150" d="100"/>
        </p:scale>
        <p:origin x="-4530" y="-10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134427" y="3314954"/>
            <a:ext cx="12856845" cy="224561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2268855" y="5988304"/>
            <a:ext cx="10587990" cy="267335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756285" y="2459482"/>
            <a:ext cx="6579679"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7789735" y="2459482"/>
            <a:ext cx="6579679" cy="70576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10/7/2025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10/7/2025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10/7/2025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13994" y="1274825"/>
            <a:ext cx="6301105" cy="2650490"/>
          </a:xfrm>
          <a:custGeom>
            <a:avLst/>
            <a:gdLst/>
            <a:ahLst/>
            <a:cxnLst/>
            <a:rect l="l" t="t" r="r" b="b"/>
            <a:pathLst>
              <a:path w="6301105" h="2650490">
                <a:moveTo>
                  <a:pt x="12179" y="1995690"/>
                </a:moveTo>
                <a:lnTo>
                  <a:pt x="0" y="1995690"/>
                </a:lnTo>
                <a:lnTo>
                  <a:pt x="0" y="2391918"/>
                </a:lnTo>
                <a:lnTo>
                  <a:pt x="0" y="2644140"/>
                </a:lnTo>
                <a:lnTo>
                  <a:pt x="0" y="2650236"/>
                </a:lnTo>
                <a:lnTo>
                  <a:pt x="12179" y="2650236"/>
                </a:lnTo>
                <a:lnTo>
                  <a:pt x="12179" y="2644140"/>
                </a:lnTo>
                <a:lnTo>
                  <a:pt x="12179" y="2391918"/>
                </a:lnTo>
                <a:lnTo>
                  <a:pt x="12179" y="1995690"/>
                </a:lnTo>
                <a:close/>
              </a:path>
              <a:path w="6301105" h="2650490">
                <a:moveTo>
                  <a:pt x="12179" y="288048"/>
                </a:moveTo>
                <a:lnTo>
                  <a:pt x="0" y="288048"/>
                </a:lnTo>
                <a:lnTo>
                  <a:pt x="0" y="1008875"/>
                </a:lnTo>
                <a:lnTo>
                  <a:pt x="0" y="1008888"/>
                </a:lnTo>
                <a:lnTo>
                  <a:pt x="0" y="1995678"/>
                </a:lnTo>
                <a:lnTo>
                  <a:pt x="12179" y="1995678"/>
                </a:lnTo>
                <a:lnTo>
                  <a:pt x="12179" y="1008875"/>
                </a:lnTo>
                <a:lnTo>
                  <a:pt x="12179" y="288048"/>
                </a:lnTo>
                <a:close/>
              </a:path>
              <a:path w="6301105" h="2650490">
                <a:moveTo>
                  <a:pt x="12179" y="0"/>
                </a:moveTo>
                <a:lnTo>
                  <a:pt x="0" y="0"/>
                </a:lnTo>
                <a:lnTo>
                  <a:pt x="0" y="12192"/>
                </a:lnTo>
                <a:lnTo>
                  <a:pt x="0" y="12954"/>
                </a:lnTo>
                <a:lnTo>
                  <a:pt x="0" y="281927"/>
                </a:lnTo>
                <a:lnTo>
                  <a:pt x="0" y="288036"/>
                </a:lnTo>
                <a:lnTo>
                  <a:pt x="12179" y="288036"/>
                </a:lnTo>
                <a:lnTo>
                  <a:pt x="12179" y="12"/>
                </a:lnTo>
                <a:close/>
              </a:path>
              <a:path w="6301105" h="2650490">
                <a:moveTo>
                  <a:pt x="1202423" y="1737360"/>
                </a:moveTo>
                <a:lnTo>
                  <a:pt x="646176" y="1737360"/>
                </a:lnTo>
                <a:lnTo>
                  <a:pt x="640092" y="1737360"/>
                </a:lnTo>
                <a:lnTo>
                  <a:pt x="12192" y="1737360"/>
                </a:lnTo>
                <a:lnTo>
                  <a:pt x="12192" y="1743456"/>
                </a:lnTo>
                <a:lnTo>
                  <a:pt x="640080" y="1743456"/>
                </a:lnTo>
                <a:lnTo>
                  <a:pt x="646176" y="1743456"/>
                </a:lnTo>
                <a:lnTo>
                  <a:pt x="1202423" y="1743456"/>
                </a:lnTo>
                <a:lnTo>
                  <a:pt x="1202423" y="1737360"/>
                </a:lnTo>
                <a:close/>
              </a:path>
              <a:path w="6301105" h="2650490">
                <a:moveTo>
                  <a:pt x="1202423" y="1472184"/>
                </a:moveTo>
                <a:lnTo>
                  <a:pt x="646176" y="1472184"/>
                </a:lnTo>
                <a:lnTo>
                  <a:pt x="640092" y="1472184"/>
                </a:lnTo>
                <a:lnTo>
                  <a:pt x="12192" y="1472184"/>
                </a:lnTo>
                <a:lnTo>
                  <a:pt x="12192" y="1478280"/>
                </a:lnTo>
                <a:lnTo>
                  <a:pt x="640080" y="1478280"/>
                </a:lnTo>
                <a:lnTo>
                  <a:pt x="646176" y="1478280"/>
                </a:lnTo>
                <a:lnTo>
                  <a:pt x="1202423" y="1478280"/>
                </a:lnTo>
                <a:lnTo>
                  <a:pt x="1202423" y="1472184"/>
                </a:lnTo>
                <a:close/>
              </a:path>
              <a:path w="6301105" h="2650490">
                <a:moveTo>
                  <a:pt x="1461503" y="1472184"/>
                </a:moveTo>
                <a:lnTo>
                  <a:pt x="1455420" y="1472184"/>
                </a:lnTo>
                <a:lnTo>
                  <a:pt x="1208532" y="1472184"/>
                </a:lnTo>
                <a:lnTo>
                  <a:pt x="1202436" y="1472184"/>
                </a:lnTo>
                <a:lnTo>
                  <a:pt x="1202436" y="1478280"/>
                </a:lnTo>
                <a:lnTo>
                  <a:pt x="1208532" y="1478280"/>
                </a:lnTo>
                <a:lnTo>
                  <a:pt x="1455420" y="1478280"/>
                </a:lnTo>
                <a:lnTo>
                  <a:pt x="1461503" y="1478280"/>
                </a:lnTo>
                <a:lnTo>
                  <a:pt x="1461503" y="1472184"/>
                </a:lnTo>
                <a:close/>
              </a:path>
              <a:path w="6301105" h="2650490">
                <a:moveTo>
                  <a:pt x="1928609" y="1472184"/>
                </a:moveTo>
                <a:lnTo>
                  <a:pt x="1928609" y="1472184"/>
                </a:lnTo>
                <a:lnTo>
                  <a:pt x="1461516" y="1472184"/>
                </a:lnTo>
                <a:lnTo>
                  <a:pt x="1461516" y="1478280"/>
                </a:lnTo>
                <a:lnTo>
                  <a:pt x="1928609" y="1478280"/>
                </a:lnTo>
                <a:lnTo>
                  <a:pt x="1928609" y="1472184"/>
                </a:lnTo>
                <a:close/>
              </a:path>
              <a:path w="6301105" h="2650490">
                <a:moveTo>
                  <a:pt x="2289035" y="1472184"/>
                </a:moveTo>
                <a:lnTo>
                  <a:pt x="2282952" y="1472184"/>
                </a:lnTo>
                <a:lnTo>
                  <a:pt x="1928622" y="1472184"/>
                </a:lnTo>
                <a:lnTo>
                  <a:pt x="1928622" y="1478280"/>
                </a:lnTo>
                <a:lnTo>
                  <a:pt x="2282952" y="1478280"/>
                </a:lnTo>
                <a:lnTo>
                  <a:pt x="2289035" y="1478280"/>
                </a:lnTo>
                <a:lnTo>
                  <a:pt x="2289035" y="1472184"/>
                </a:lnTo>
                <a:close/>
              </a:path>
              <a:path w="6301105" h="2650490">
                <a:moveTo>
                  <a:pt x="3003029" y="1472184"/>
                </a:moveTo>
                <a:lnTo>
                  <a:pt x="2648712" y="1472184"/>
                </a:lnTo>
                <a:lnTo>
                  <a:pt x="2642628" y="1472184"/>
                </a:lnTo>
                <a:lnTo>
                  <a:pt x="2289048" y="1472184"/>
                </a:lnTo>
                <a:lnTo>
                  <a:pt x="2289048" y="1478280"/>
                </a:lnTo>
                <a:lnTo>
                  <a:pt x="2642616" y="1478280"/>
                </a:lnTo>
                <a:lnTo>
                  <a:pt x="2648712" y="1478280"/>
                </a:lnTo>
                <a:lnTo>
                  <a:pt x="3003029" y="1478280"/>
                </a:lnTo>
                <a:lnTo>
                  <a:pt x="3003029" y="1472184"/>
                </a:lnTo>
                <a:close/>
              </a:path>
              <a:path w="6301105" h="2650490">
                <a:moveTo>
                  <a:pt x="4559033" y="1472209"/>
                </a:moveTo>
                <a:lnTo>
                  <a:pt x="4546854" y="1472209"/>
                </a:lnTo>
                <a:lnTo>
                  <a:pt x="3729990" y="1472184"/>
                </a:lnTo>
                <a:lnTo>
                  <a:pt x="3729990" y="1014984"/>
                </a:lnTo>
                <a:lnTo>
                  <a:pt x="3723894" y="1014984"/>
                </a:lnTo>
                <a:lnTo>
                  <a:pt x="3723894" y="1472184"/>
                </a:lnTo>
                <a:lnTo>
                  <a:pt x="3372612" y="1472184"/>
                </a:lnTo>
                <a:lnTo>
                  <a:pt x="3366516" y="1472184"/>
                </a:lnTo>
                <a:lnTo>
                  <a:pt x="3009138" y="1472184"/>
                </a:lnTo>
                <a:lnTo>
                  <a:pt x="3003042" y="1472184"/>
                </a:lnTo>
                <a:lnTo>
                  <a:pt x="3003042" y="1478280"/>
                </a:lnTo>
                <a:lnTo>
                  <a:pt x="4546854" y="1478280"/>
                </a:lnTo>
                <a:lnTo>
                  <a:pt x="4546854" y="1484376"/>
                </a:lnTo>
                <a:lnTo>
                  <a:pt x="4559033" y="1484376"/>
                </a:lnTo>
                <a:lnTo>
                  <a:pt x="4559033" y="1472209"/>
                </a:lnTo>
                <a:close/>
              </a:path>
              <a:path w="6301105" h="2650490">
                <a:moveTo>
                  <a:pt x="4559033" y="1014984"/>
                </a:moveTo>
                <a:lnTo>
                  <a:pt x="4546854" y="1014984"/>
                </a:lnTo>
                <a:lnTo>
                  <a:pt x="4546854" y="1472184"/>
                </a:lnTo>
                <a:lnTo>
                  <a:pt x="4559033" y="1472184"/>
                </a:lnTo>
                <a:lnTo>
                  <a:pt x="4559033" y="1014984"/>
                </a:lnTo>
                <a:close/>
              </a:path>
              <a:path w="6301105" h="2650490">
                <a:moveTo>
                  <a:pt x="4559033" y="288048"/>
                </a:moveTo>
                <a:lnTo>
                  <a:pt x="4546854" y="288048"/>
                </a:lnTo>
                <a:lnTo>
                  <a:pt x="4546854" y="1008888"/>
                </a:lnTo>
                <a:lnTo>
                  <a:pt x="4559033" y="1008888"/>
                </a:lnTo>
                <a:lnTo>
                  <a:pt x="4559033" y="288048"/>
                </a:lnTo>
                <a:close/>
              </a:path>
              <a:path w="6301105" h="2650490">
                <a:moveTo>
                  <a:pt x="4559033" y="12954"/>
                </a:moveTo>
                <a:lnTo>
                  <a:pt x="4546854" y="12954"/>
                </a:lnTo>
                <a:lnTo>
                  <a:pt x="4546854" y="281940"/>
                </a:lnTo>
                <a:lnTo>
                  <a:pt x="4559033" y="281940"/>
                </a:lnTo>
                <a:lnTo>
                  <a:pt x="4559033" y="12954"/>
                </a:lnTo>
                <a:close/>
              </a:path>
              <a:path w="6301105" h="2650490">
                <a:moveTo>
                  <a:pt x="4571225" y="1472209"/>
                </a:moveTo>
                <a:lnTo>
                  <a:pt x="4559046" y="1472209"/>
                </a:lnTo>
                <a:lnTo>
                  <a:pt x="4559046" y="1484376"/>
                </a:lnTo>
                <a:lnTo>
                  <a:pt x="4571225" y="1484376"/>
                </a:lnTo>
                <a:lnTo>
                  <a:pt x="4571225" y="1472209"/>
                </a:lnTo>
                <a:close/>
              </a:path>
              <a:path w="6301105" h="2650490">
                <a:moveTo>
                  <a:pt x="6300952" y="1995690"/>
                </a:moveTo>
                <a:lnTo>
                  <a:pt x="6288786" y="1995690"/>
                </a:lnTo>
                <a:lnTo>
                  <a:pt x="6288786" y="2391918"/>
                </a:lnTo>
                <a:lnTo>
                  <a:pt x="6288786" y="2644140"/>
                </a:lnTo>
                <a:lnTo>
                  <a:pt x="6300952" y="2644140"/>
                </a:lnTo>
                <a:lnTo>
                  <a:pt x="6300952" y="2391918"/>
                </a:lnTo>
                <a:lnTo>
                  <a:pt x="6300952" y="1995690"/>
                </a:lnTo>
                <a:close/>
              </a:path>
              <a:path w="6301105" h="2650490">
                <a:moveTo>
                  <a:pt x="6300952" y="1472184"/>
                </a:moveTo>
                <a:lnTo>
                  <a:pt x="6288786" y="1472184"/>
                </a:lnTo>
                <a:lnTo>
                  <a:pt x="4571238" y="1472209"/>
                </a:lnTo>
                <a:lnTo>
                  <a:pt x="4571238" y="1484376"/>
                </a:lnTo>
                <a:lnTo>
                  <a:pt x="6288786" y="1484376"/>
                </a:lnTo>
                <a:lnTo>
                  <a:pt x="6288786" y="1485138"/>
                </a:lnTo>
                <a:lnTo>
                  <a:pt x="6288786" y="1737360"/>
                </a:lnTo>
                <a:lnTo>
                  <a:pt x="4559046" y="1737360"/>
                </a:lnTo>
                <a:lnTo>
                  <a:pt x="4552950" y="1737360"/>
                </a:lnTo>
                <a:lnTo>
                  <a:pt x="1389126" y="1737360"/>
                </a:lnTo>
                <a:lnTo>
                  <a:pt x="1383030" y="1737360"/>
                </a:lnTo>
                <a:lnTo>
                  <a:pt x="1208532" y="1737360"/>
                </a:lnTo>
                <a:lnTo>
                  <a:pt x="1202436" y="1737360"/>
                </a:lnTo>
                <a:lnTo>
                  <a:pt x="1202436" y="1743456"/>
                </a:lnTo>
                <a:lnTo>
                  <a:pt x="6288786" y="1743456"/>
                </a:lnTo>
                <a:lnTo>
                  <a:pt x="6288786" y="1995678"/>
                </a:lnTo>
                <a:lnTo>
                  <a:pt x="6300952" y="1995678"/>
                </a:lnTo>
                <a:lnTo>
                  <a:pt x="6300952" y="1743456"/>
                </a:lnTo>
                <a:lnTo>
                  <a:pt x="6300952" y="1737360"/>
                </a:lnTo>
                <a:lnTo>
                  <a:pt x="6300952" y="1485138"/>
                </a:lnTo>
                <a:lnTo>
                  <a:pt x="6300952" y="1484376"/>
                </a:lnTo>
                <a:lnTo>
                  <a:pt x="6300952" y="1472209"/>
                </a:lnTo>
                <a:close/>
              </a:path>
            </a:pathLst>
          </a:custGeom>
          <a:solidFill>
            <a:srgbClr val="000000"/>
          </a:solidFill>
        </p:spPr>
        <p:txBody>
          <a:bodyPr wrap="square" lIns="0" tIns="0" rIns="0" bIns="0" rtlCol="0"/>
          <a:lstStyle/>
          <a:p>
            <a:endParaRPr/>
          </a:p>
        </p:txBody>
      </p:sp>
      <p:sp>
        <p:nvSpPr>
          <p:cNvPr id="17" name="bg object 17"/>
          <p:cNvSpPr/>
          <p:nvPr/>
        </p:nvSpPr>
        <p:spPr>
          <a:xfrm>
            <a:off x="726186" y="3922013"/>
            <a:ext cx="628015" cy="0"/>
          </a:xfrm>
          <a:custGeom>
            <a:avLst/>
            <a:gdLst/>
            <a:ahLst/>
            <a:cxnLst/>
            <a:rect l="l" t="t" r="r" b="b"/>
            <a:pathLst>
              <a:path w="628015">
                <a:moveTo>
                  <a:pt x="0" y="0"/>
                </a:moveTo>
                <a:lnTo>
                  <a:pt x="627887" y="0"/>
                </a:lnTo>
              </a:path>
            </a:pathLst>
          </a:custGeom>
          <a:ln w="6095">
            <a:solidFill>
              <a:srgbClr val="000000"/>
            </a:solidFill>
            <a:prstDash val="lgDash"/>
          </a:ln>
        </p:spPr>
        <p:txBody>
          <a:bodyPr wrap="square" lIns="0" tIns="0" rIns="0" bIns="0" rtlCol="0"/>
          <a:lstStyle/>
          <a:p>
            <a:endParaRPr/>
          </a:p>
        </p:txBody>
      </p:sp>
      <p:sp>
        <p:nvSpPr>
          <p:cNvPr id="18" name="bg object 18"/>
          <p:cNvSpPr/>
          <p:nvPr/>
        </p:nvSpPr>
        <p:spPr>
          <a:xfrm>
            <a:off x="1354074" y="3922013"/>
            <a:ext cx="6350" cy="0"/>
          </a:xfrm>
          <a:custGeom>
            <a:avLst/>
            <a:gdLst/>
            <a:ahLst/>
            <a:cxnLst/>
            <a:rect l="l" t="t" r="r" b="b"/>
            <a:pathLst>
              <a:path w="6350">
                <a:moveTo>
                  <a:pt x="0" y="0"/>
                </a:moveTo>
                <a:lnTo>
                  <a:pt x="6095" y="0"/>
                </a:lnTo>
              </a:path>
            </a:pathLst>
          </a:custGeom>
          <a:ln w="6095">
            <a:solidFill>
              <a:srgbClr val="000000"/>
            </a:solidFill>
          </a:ln>
        </p:spPr>
        <p:txBody>
          <a:bodyPr wrap="square" lIns="0" tIns="0" rIns="0" bIns="0" rtlCol="0"/>
          <a:lstStyle/>
          <a:p>
            <a:endParaRPr/>
          </a:p>
        </p:txBody>
      </p:sp>
      <p:sp>
        <p:nvSpPr>
          <p:cNvPr id="19" name="bg object 19"/>
          <p:cNvSpPr/>
          <p:nvPr/>
        </p:nvSpPr>
        <p:spPr>
          <a:xfrm>
            <a:off x="1360170" y="3922013"/>
            <a:ext cx="864869" cy="0"/>
          </a:xfrm>
          <a:custGeom>
            <a:avLst/>
            <a:gdLst/>
            <a:ahLst/>
            <a:cxnLst/>
            <a:rect l="l" t="t" r="r" b="b"/>
            <a:pathLst>
              <a:path w="864869">
                <a:moveTo>
                  <a:pt x="0" y="0"/>
                </a:moveTo>
                <a:lnTo>
                  <a:pt x="864870" y="0"/>
                </a:lnTo>
              </a:path>
            </a:pathLst>
          </a:custGeom>
          <a:ln w="6095">
            <a:solidFill>
              <a:srgbClr val="000000"/>
            </a:solidFill>
            <a:prstDash val="lgDash"/>
          </a:ln>
        </p:spPr>
        <p:txBody>
          <a:bodyPr wrap="square" lIns="0" tIns="0" rIns="0" bIns="0" rtlCol="0"/>
          <a:lstStyle/>
          <a:p>
            <a:endParaRPr/>
          </a:p>
        </p:txBody>
      </p:sp>
      <p:sp>
        <p:nvSpPr>
          <p:cNvPr id="20" name="bg object 20"/>
          <p:cNvSpPr/>
          <p:nvPr/>
        </p:nvSpPr>
        <p:spPr>
          <a:xfrm>
            <a:off x="1503426" y="3922013"/>
            <a:ext cx="6350" cy="0"/>
          </a:xfrm>
          <a:custGeom>
            <a:avLst/>
            <a:gdLst/>
            <a:ahLst/>
            <a:cxnLst/>
            <a:rect l="l" t="t" r="r" b="b"/>
            <a:pathLst>
              <a:path w="6350">
                <a:moveTo>
                  <a:pt x="0" y="0"/>
                </a:moveTo>
                <a:lnTo>
                  <a:pt x="6095" y="0"/>
                </a:lnTo>
              </a:path>
            </a:pathLst>
          </a:custGeom>
          <a:ln w="6095">
            <a:solidFill>
              <a:srgbClr val="000000"/>
            </a:solidFill>
          </a:ln>
        </p:spPr>
        <p:txBody>
          <a:bodyPr wrap="square" lIns="0" tIns="0" rIns="0" bIns="0" rtlCol="0"/>
          <a:lstStyle/>
          <a:p>
            <a:endParaRPr/>
          </a:p>
        </p:txBody>
      </p:sp>
      <p:sp>
        <p:nvSpPr>
          <p:cNvPr id="21" name="bg object 21"/>
          <p:cNvSpPr/>
          <p:nvPr/>
        </p:nvSpPr>
        <p:spPr>
          <a:xfrm>
            <a:off x="2088641" y="3922013"/>
            <a:ext cx="8890" cy="0"/>
          </a:xfrm>
          <a:custGeom>
            <a:avLst/>
            <a:gdLst/>
            <a:ahLst/>
            <a:cxnLst/>
            <a:rect l="l" t="t" r="r" b="b"/>
            <a:pathLst>
              <a:path w="8889">
                <a:moveTo>
                  <a:pt x="0" y="0"/>
                </a:moveTo>
                <a:lnTo>
                  <a:pt x="8381" y="0"/>
                </a:lnTo>
              </a:path>
            </a:pathLst>
          </a:custGeom>
          <a:ln w="6095">
            <a:solidFill>
              <a:srgbClr val="000000"/>
            </a:solidFill>
          </a:ln>
        </p:spPr>
        <p:txBody>
          <a:bodyPr wrap="square" lIns="0" tIns="0" rIns="0" bIns="0" rtlCol="0"/>
          <a:lstStyle/>
          <a:p>
            <a:endParaRPr/>
          </a:p>
        </p:txBody>
      </p:sp>
      <p:sp>
        <p:nvSpPr>
          <p:cNvPr id="22" name="bg object 22"/>
          <p:cNvSpPr/>
          <p:nvPr/>
        </p:nvSpPr>
        <p:spPr>
          <a:xfrm>
            <a:off x="2398776" y="3922013"/>
            <a:ext cx="4585970" cy="0"/>
          </a:xfrm>
          <a:custGeom>
            <a:avLst/>
            <a:gdLst/>
            <a:ahLst/>
            <a:cxnLst/>
            <a:rect l="l" t="t" r="r" b="b"/>
            <a:pathLst>
              <a:path w="4585970">
                <a:moveTo>
                  <a:pt x="0" y="0"/>
                </a:moveTo>
                <a:lnTo>
                  <a:pt x="4585715" y="0"/>
                </a:lnTo>
              </a:path>
            </a:pathLst>
          </a:custGeom>
          <a:ln w="6095">
            <a:solidFill>
              <a:srgbClr val="000000"/>
            </a:solidFill>
            <a:prstDash val="sysDash"/>
          </a:ln>
        </p:spPr>
        <p:txBody>
          <a:bodyPr wrap="square" lIns="0" tIns="0" rIns="0" bIns="0" rtlCol="0"/>
          <a:lstStyle/>
          <a:p>
            <a:endParaRPr/>
          </a:p>
        </p:txBody>
      </p:sp>
      <p:sp>
        <p:nvSpPr>
          <p:cNvPr id="23" name="bg object 23"/>
          <p:cNvSpPr/>
          <p:nvPr/>
        </p:nvSpPr>
        <p:spPr>
          <a:xfrm>
            <a:off x="6984491" y="3922013"/>
            <a:ext cx="18415" cy="0"/>
          </a:xfrm>
          <a:custGeom>
            <a:avLst/>
            <a:gdLst/>
            <a:ahLst/>
            <a:cxnLst/>
            <a:rect l="l" t="t" r="r" b="b"/>
            <a:pathLst>
              <a:path w="18415">
                <a:moveTo>
                  <a:pt x="0" y="0"/>
                </a:moveTo>
                <a:lnTo>
                  <a:pt x="18287" y="0"/>
                </a:lnTo>
              </a:path>
            </a:pathLst>
          </a:custGeom>
          <a:ln w="6095">
            <a:solidFill>
              <a:srgbClr val="000000"/>
            </a:solidFill>
          </a:ln>
        </p:spPr>
        <p:txBody>
          <a:bodyPr wrap="square" lIns="0" tIns="0" rIns="0" bIns="0" rtlCol="0"/>
          <a:lstStyle/>
          <a:p>
            <a:endParaRPr/>
          </a:p>
        </p:txBody>
      </p:sp>
      <p:sp>
        <p:nvSpPr>
          <p:cNvPr id="24" name="bg object 24"/>
          <p:cNvSpPr/>
          <p:nvPr/>
        </p:nvSpPr>
        <p:spPr>
          <a:xfrm>
            <a:off x="713994" y="3918965"/>
            <a:ext cx="6301105" cy="509905"/>
          </a:xfrm>
          <a:custGeom>
            <a:avLst/>
            <a:gdLst/>
            <a:ahLst/>
            <a:cxnLst/>
            <a:rect l="l" t="t" r="r" b="b"/>
            <a:pathLst>
              <a:path w="6301105" h="509904">
                <a:moveTo>
                  <a:pt x="12179" y="6096"/>
                </a:moveTo>
                <a:lnTo>
                  <a:pt x="0" y="6096"/>
                </a:lnTo>
                <a:lnTo>
                  <a:pt x="0" y="268973"/>
                </a:lnTo>
                <a:lnTo>
                  <a:pt x="0" y="275082"/>
                </a:lnTo>
                <a:lnTo>
                  <a:pt x="0" y="503682"/>
                </a:lnTo>
                <a:lnTo>
                  <a:pt x="0" y="509778"/>
                </a:lnTo>
                <a:lnTo>
                  <a:pt x="12179" y="509778"/>
                </a:lnTo>
                <a:lnTo>
                  <a:pt x="12179" y="503682"/>
                </a:lnTo>
                <a:lnTo>
                  <a:pt x="12179" y="275082"/>
                </a:lnTo>
                <a:lnTo>
                  <a:pt x="12179" y="268998"/>
                </a:lnTo>
                <a:lnTo>
                  <a:pt x="12179" y="6096"/>
                </a:lnTo>
                <a:close/>
              </a:path>
              <a:path w="6301105" h="509904">
                <a:moveTo>
                  <a:pt x="872477" y="503682"/>
                </a:moveTo>
                <a:lnTo>
                  <a:pt x="12192" y="503682"/>
                </a:lnTo>
                <a:lnTo>
                  <a:pt x="12192" y="509778"/>
                </a:lnTo>
                <a:lnTo>
                  <a:pt x="872477" y="509778"/>
                </a:lnTo>
                <a:lnTo>
                  <a:pt x="872477" y="503682"/>
                </a:lnTo>
                <a:close/>
              </a:path>
              <a:path w="6301105" h="509904">
                <a:moveTo>
                  <a:pt x="1347965" y="268973"/>
                </a:moveTo>
                <a:lnTo>
                  <a:pt x="1347965" y="268973"/>
                </a:lnTo>
                <a:lnTo>
                  <a:pt x="12192" y="268973"/>
                </a:lnTo>
                <a:lnTo>
                  <a:pt x="12192" y="275082"/>
                </a:lnTo>
                <a:lnTo>
                  <a:pt x="1341882" y="275082"/>
                </a:lnTo>
                <a:lnTo>
                  <a:pt x="1341882" y="503682"/>
                </a:lnTo>
                <a:lnTo>
                  <a:pt x="1347965" y="503682"/>
                </a:lnTo>
                <a:lnTo>
                  <a:pt x="1347965" y="275082"/>
                </a:lnTo>
                <a:lnTo>
                  <a:pt x="1347965" y="268973"/>
                </a:lnTo>
                <a:close/>
              </a:path>
              <a:path w="6301105" h="509904">
                <a:moveTo>
                  <a:pt x="6300952" y="0"/>
                </a:moveTo>
                <a:lnTo>
                  <a:pt x="6288786" y="0"/>
                </a:lnTo>
                <a:lnTo>
                  <a:pt x="6288786" y="6096"/>
                </a:lnTo>
                <a:lnTo>
                  <a:pt x="6288786" y="268973"/>
                </a:lnTo>
                <a:lnTo>
                  <a:pt x="1347978" y="268973"/>
                </a:lnTo>
                <a:lnTo>
                  <a:pt x="1347978" y="275082"/>
                </a:lnTo>
                <a:lnTo>
                  <a:pt x="6288786" y="275082"/>
                </a:lnTo>
                <a:lnTo>
                  <a:pt x="6288786" y="503682"/>
                </a:lnTo>
                <a:lnTo>
                  <a:pt x="6300952" y="503682"/>
                </a:lnTo>
                <a:lnTo>
                  <a:pt x="6300952" y="275082"/>
                </a:lnTo>
                <a:lnTo>
                  <a:pt x="6300952" y="268998"/>
                </a:lnTo>
                <a:lnTo>
                  <a:pt x="6300952" y="6096"/>
                </a:lnTo>
                <a:lnTo>
                  <a:pt x="6300952" y="0"/>
                </a:lnTo>
                <a:close/>
              </a:path>
            </a:pathLst>
          </a:custGeom>
          <a:solidFill>
            <a:srgbClr val="000000"/>
          </a:solidFill>
        </p:spPr>
        <p:txBody>
          <a:bodyPr wrap="square" lIns="0" tIns="0" rIns="0" bIns="0" rtlCol="0"/>
          <a:lstStyle/>
          <a:p>
            <a:endParaRPr/>
          </a:p>
        </p:txBody>
      </p:sp>
      <p:sp>
        <p:nvSpPr>
          <p:cNvPr id="25" name="bg object 25"/>
          <p:cNvSpPr/>
          <p:nvPr/>
        </p:nvSpPr>
        <p:spPr>
          <a:xfrm>
            <a:off x="1586483" y="4425696"/>
            <a:ext cx="6350" cy="0"/>
          </a:xfrm>
          <a:custGeom>
            <a:avLst/>
            <a:gdLst/>
            <a:ahLst/>
            <a:cxnLst/>
            <a:rect l="l" t="t" r="r" b="b"/>
            <a:pathLst>
              <a:path w="6350">
                <a:moveTo>
                  <a:pt x="0" y="0"/>
                </a:moveTo>
                <a:lnTo>
                  <a:pt x="6095" y="0"/>
                </a:lnTo>
              </a:path>
            </a:pathLst>
          </a:custGeom>
          <a:ln w="6095">
            <a:solidFill>
              <a:srgbClr val="000000"/>
            </a:solidFill>
          </a:ln>
        </p:spPr>
        <p:txBody>
          <a:bodyPr wrap="square" lIns="0" tIns="0" rIns="0" bIns="0" rtlCol="0"/>
          <a:lstStyle/>
          <a:p>
            <a:endParaRPr/>
          </a:p>
        </p:txBody>
      </p:sp>
      <p:sp>
        <p:nvSpPr>
          <p:cNvPr id="26" name="bg object 26"/>
          <p:cNvSpPr/>
          <p:nvPr/>
        </p:nvSpPr>
        <p:spPr>
          <a:xfrm>
            <a:off x="713994" y="4422647"/>
            <a:ext cx="6301105" cy="337185"/>
          </a:xfrm>
          <a:custGeom>
            <a:avLst/>
            <a:gdLst/>
            <a:ahLst/>
            <a:cxnLst/>
            <a:rect l="l" t="t" r="r" b="b"/>
            <a:pathLst>
              <a:path w="6301105" h="337185">
                <a:moveTo>
                  <a:pt x="12179" y="6096"/>
                </a:moveTo>
                <a:lnTo>
                  <a:pt x="0" y="6096"/>
                </a:lnTo>
                <a:lnTo>
                  <a:pt x="0" y="330708"/>
                </a:lnTo>
                <a:lnTo>
                  <a:pt x="0" y="336804"/>
                </a:lnTo>
                <a:lnTo>
                  <a:pt x="12179" y="336804"/>
                </a:lnTo>
                <a:lnTo>
                  <a:pt x="12179" y="330708"/>
                </a:lnTo>
                <a:lnTo>
                  <a:pt x="12179" y="6096"/>
                </a:lnTo>
                <a:close/>
              </a:path>
              <a:path w="6301105" h="337185">
                <a:moveTo>
                  <a:pt x="872477" y="330708"/>
                </a:moveTo>
                <a:lnTo>
                  <a:pt x="12192" y="330708"/>
                </a:lnTo>
                <a:lnTo>
                  <a:pt x="12192" y="336804"/>
                </a:lnTo>
                <a:lnTo>
                  <a:pt x="872477" y="336804"/>
                </a:lnTo>
                <a:lnTo>
                  <a:pt x="872477" y="330708"/>
                </a:lnTo>
                <a:close/>
              </a:path>
              <a:path w="6301105" h="337185">
                <a:moveTo>
                  <a:pt x="1347965" y="0"/>
                </a:moveTo>
                <a:lnTo>
                  <a:pt x="1341894" y="0"/>
                </a:lnTo>
                <a:lnTo>
                  <a:pt x="878586" y="0"/>
                </a:lnTo>
                <a:lnTo>
                  <a:pt x="878586" y="6096"/>
                </a:lnTo>
                <a:lnTo>
                  <a:pt x="1341882" y="6096"/>
                </a:lnTo>
                <a:lnTo>
                  <a:pt x="1341882" y="330708"/>
                </a:lnTo>
                <a:lnTo>
                  <a:pt x="1347965" y="330708"/>
                </a:lnTo>
                <a:lnTo>
                  <a:pt x="1347965" y="6096"/>
                </a:lnTo>
                <a:lnTo>
                  <a:pt x="1347965" y="0"/>
                </a:lnTo>
                <a:close/>
              </a:path>
              <a:path w="6301105" h="337185">
                <a:moveTo>
                  <a:pt x="6300952" y="0"/>
                </a:moveTo>
                <a:lnTo>
                  <a:pt x="6288786" y="0"/>
                </a:lnTo>
                <a:lnTo>
                  <a:pt x="1347978" y="0"/>
                </a:lnTo>
                <a:lnTo>
                  <a:pt x="1347978" y="6096"/>
                </a:lnTo>
                <a:lnTo>
                  <a:pt x="6288786" y="6096"/>
                </a:lnTo>
                <a:lnTo>
                  <a:pt x="6288786" y="330708"/>
                </a:lnTo>
                <a:lnTo>
                  <a:pt x="6300952" y="330708"/>
                </a:lnTo>
                <a:lnTo>
                  <a:pt x="6300952" y="6096"/>
                </a:lnTo>
                <a:lnTo>
                  <a:pt x="6300952" y="0"/>
                </a:lnTo>
                <a:close/>
              </a:path>
            </a:pathLst>
          </a:custGeom>
          <a:solidFill>
            <a:srgbClr val="000000"/>
          </a:solidFill>
        </p:spPr>
        <p:txBody>
          <a:bodyPr wrap="square" lIns="0" tIns="0" rIns="0" bIns="0" rtlCol="0"/>
          <a:lstStyle/>
          <a:p>
            <a:endParaRPr/>
          </a:p>
        </p:txBody>
      </p:sp>
      <p:sp>
        <p:nvSpPr>
          <p:cNvPr id="27" name="bg object 27"/>
          <p:cNvSpPr/>
          <p:nvPr/>
        </p:nvSpPr>
        <p:spPr>
          <a:xfrm>
            <a:off x="1586483" y="4756403"/>
            <a:ext cx="6350" cy="0"/>
          </a:xfrm>
          <a:custGeom>
            <a:avLst/>
            <a:gdLst/>
            <a:ahLst/>
            <a:cxnLst/>
            <a:rect l="l" t="t" r="r" b="b"/>
            <a:pathLst>
              <a:path w="6350">
                <a:moveTo>
                  <a:pt x="0" y="0"/>
                </a:moveTo>
                <a:lnTo>
                  <a:pt x="6095" y="0"/>
                </a:lnTo>
              </a:path>
            </a:pathLst>
          </a:custGeom>
          <a:ln w="6095">
            <a:solidFill>
              <a:srgbClr val="000000"/>
            </a:solidFill>
          </a:ln>
        </p:spPr>
        <p:txBody>
          <a:bodyPr wrap="square" lIns="0" tIns="0" rIns="0" bIns="0" rtlCol="0"/>
          <a:lstStyle/>
          <a:p>
            <a:endParaRPr/>
          </a:p>
        </p:txBody>
      </p:sp>
      <p:sp>
        <p:nvSpPr>
          <p:cNvPr id="28" name="bg object 28"/>
          <p:cNvSpPr/>
          <p:nvPr/>
        </p:nvSpPr>
        <p:spPr>
          <a:xfrm>
            <a:off x="713994" y="4753355"/>
            <a:ext cx="6301105" cy="643890"/>
          </a:xfrm>
          <a:custGeom>
            <a:avLst/>
            <a:gdLst/>
            <a:ahLst/>
            <a:cxnLst/>
            <a:rect l="l" t="t" r="r" b="b"/>
            <a:pathLst>
              <a:path w="6301105" h="643889">
                <a:moveTo>
                  <a:pt x="12179" y="6083"/>
                </a:moveTo>
                <a:lnTo>
                  <a:pt x="0" y="6083"/>
                </a:lnTo>
                <a:lnTo>
                  <a:pt x="0" y="329946"/>
                </a:lnTo>
                <a:lnTo>
                  <a:pt x="0" y="336042"/>
                </a:lnTo>
                <a:lnTo>
                  <a:pt x="0" y="643890"/>
                </a:lnTo>
                <a:lnTo>
                  <a:pt x="12179" y="643890"/>
                </a:lnTo>
                <a:lnTo>
                  <a:pt x="12179" y="336042"/>
                </a:lnTo>
                <a:lnTo>
                  <a:pt x="12179" y="329946"/>
                </a:lnTo>
                <a:lnTo>
                  <a:pt x="12179" y="6083"/>
                </a:lnTo>
                <a:close/>
              </a:path>
              <a:path w="6301105" h="643889">
                <a:moveTo>
                  <a:pt x="872477" y="329946"/>
                </a:moveTo>
                <a:lnTo>
                  <a:pt x="12192" y="329946"/>
                </a:lnTo>
                <a:lnTo>
                  <a:pt x="12192" y="336042"/>
                </a:lnTo>
                <a:lnTo>
                  <a:pt x="872477" y="336042"/>
                </a:lnTo>
                <a:lnTo>
                  <a:pt x="872477" y="329946"/>
                </a:lnTo>
                <a:close/>
              </a:path>
              <a:path w="6301105" h="643889">
                <a:moveTo>
                  <a:pt x="1347965" y="0"/>
                </a:moveTo>
                <a:lnTo>
                  <a:pt x="1341894" y="0"/>
                </a:lnTo>
                <a:lnTo>
                  <a:pt x="878586" y="0"/>
                </a:lnTo>
                <a:lnTo>
                  <a:pt x="878586" y="6096"/>
                </a:lnTo>
                <a:lnTo>
                  <a:pt x="1341882" y="6096"/>
                </a:lnTo>
                <a:lnTo>
                  <a:pt x="1341882" y="329946"/>
                </a:lnTo>
                <a:lnTo>
                  <a:pt x="878586" y="329946"/>
                </a:lnTo>
                <a:lnTo>
                  <a:pt x="878586" y="336042"/>
                </a:lnTo>
                <a:lnTo>
                  <a:pt x="1341882" y="336042"/>
                </a:lnTo>
                <a:lnTo>
                  <a:pt x="1341882" y="643890"/>
                </a:lnTo>
                <a:lnTo>
                  <a:pt x="1347965" y="643890"/>
                </a:lnTo>
                <a:lnTo>
                  <a:pt x="1347965" y="336042"/>
                </a:lnTo>
                <a:lnTo>
                  <a:pt x="1347965" y="329946"/>
                </a:lnTo>
                <a:lnTo>
                  <a:pt x="1347965" y="6096"/>
                </a:lnTo>
                <a:lnTo>
                  <a:pt x="1347965" y="0"/>
                </a:lnTo>
                <a:close/>
              </a:path>
              <a:path w="6301105" h="643889">
                <a:moveTo>
                  <a:pt x="6300952" y="0"/>
                </a:moveTo>
                <a:lnTo>
                  <a:pt x="6288786" y="0"/>
                </a:lnTo>
                <a:lnTo>
                  <a:pt x="1347978" y="0"/>
                </a:lnTo>
                <a:lnTo>
                  <a:pt x="1347978" y="6096"/>
                </a:lnTo>
                <a:lnTo>
                  <a:pt x="6288786" y="6096"/>
                </a:lnTo>
                <a:lnTo>
                  <a:pt x="6288786" y="329946"/>
                </a:lnTo>
                <a:lnTo>
                  <a:pt x="1347978" y="329946"/>
                </a:lnTo>
                <a:lnTo>
                  <a:pt x="1347978" y="336042"/>
                </a:lnTo>
                <a:lnTo>
                  <a:pt x="6288786" y="336042"/>
                </a:lnTo>
                <a:lnTo>
                  <a:pt x="6288786" y="643890"/>
                </a:lnTo>
                <a:lnTo>
                  <a:pt x="6300952" y="643890"/>
                </a:lnTo>
                <a:lnTo>
                  <a:pt x="6300952" y="336042"/>
                </a:lnTo>
                <a:lnTo>
                  <a:pt x="6300952" y="329946"/>
                </a:lnTo>
                <a:lnTo>
                  <a:pt x="6300952" y="6096"/>
                </a:lnTo>
                <a:lnTo>
                  <a:pt x="6300952" y="0"/>
                </a:lnTo>
                <a:close/>
              </a:path>
            </a:pathLst>
          </a:custGeom>
          <a:solidFill>
            <a:srgbClr val="000000"/>
          </a:solidFill>
        </p:spPr>
        <p:txBody>
          <a:bodyPr wrap="square" lIns="0" tIns="0" rIns="0" bIns="0" rtlCol="0"/>
          <a:lstStyle/>
          <a:p>
            <a:endParaRPr/>
          </a:p>
        </p:txBody>
      </p:sp>
      <p:pic>
        <p:nvPicPr>
          <p:cNvPr id="29" name="bg object 29"/>
          <p:cNvPicPr/>
          <p:nvPr/>
        </p:nvPicPr>
        <p:blipFill>
          <a:blip r:embed="rId7" cstate="print"/>
          <a:stretch>
            <a:fillRect/>
          </a:stretch>
        </p:blipFill>
        <p:spPr>
          <a:xfrm>
            <a:off x="1586483" y="4194060"/>
            <a:ext cx="6095" cy="2524493"/>
          </a:xfrm>
          <a:prstGeom prst="rect">
            <a:avLst/>
          </a:prstGeom>
        </p:spPr>
      </p:pic>
      <p:sp>
        <p:nvSpPr>
          <p:cNvPr id="30" name="bg object 30"/>
          <p:cNvSpPr/>
          <p:nvPr/>
        </p:nvSpPr>
        <p:spPr>
          <a:xfrm>
            <a:off x="713994" y="5397232"/>
            <a:ext cx="872490" cy="6350"/>
          </a:xfrm>
          <a:custGeom>
            <a:avLst/>
            <a:gdLst/>
            <a:ahLst/>
            <a:cxnLst/>
            <a:rect l="l" t="t" r="r" b="b"/>
            <a:pathLst>
              <a:path w="872490" h="6350">
                <a:moveTo>
                  <a:pt x="12179" y="0"/>
                </a:moveTo>
                <a:lnTo>
                  <a:pt x="0" y="0"/>
                </a:lnTo>
                <a:lnTo>
                  <a:pt x="0" y="6108"/>
                </a:lnTo>
                <a:lnTo>
                  <a:pt x="12179" y="6108"/>
                </a:lnTo>
                <a:lnTo>
                  <a:pt x="12179" y="0"/>
                </a:lnTo>
                <a:close/>
              </a:path>
              <a:path w="872490" h="6350">
                <a:moveTo>
                  <a:pt x="872477" y="0"/>
                </a:moveTo>
                <a:lnTo>
                  <a:pt x="12192" y="0"/>
                </a:lnTo>
                <a:lnTo>
                  <a:pt x="12192" y="6108"/>
                </a:lnTo>
                <a:lnTo>
                  <a:pt x="872477" y="6108"/>
                </a:lnTo>
                <a:lnTo>
                  <a:pt x="872477" y="0"/>
                </a:lnTo>
                <a:close/>
              </a:path>
            </a:pathLst>
          </a:custGeom>
          <a:solidFill>
            <a:srgbClr val="000000"/>
          </a:solidFill>
        </p:spPr>
        <p:txBody>
          <a:bodyPr wrap="square" lIns="0" tIns="0" rIns="0" bIns="0" rtlCol="0"/>
          <a:lstStyle/>
          <a:p>
            <a:endParaRPr/>
          </a:p>
        </p:txBody>
      </p:sp>
      <p:sp>
        <p:nvSpPr>
          <p:cNvPr id="31" name="bg object 31"/>
          <p:cNvSpPr/>
          <p:nvPr/>
        </p:nvSpPr>
        <p:spPr>
          <a:xfrm>
            <a:off x="1586483" y="5400294"/>
            <a:ext cx="6350" cy="0"/>
          </a:xfrm>
          <a:custGeom>
            <a:avLst/>
            <a:gdLst/>
            <a:ahLst/>
            <a:cxnLst/>
            <a:rect l="l" t="t" r="r" b="b"/>
            <a:pathLst>
              <a:path w="6350">
                <a:moveTo>
                  <a:pt x="0" y="0"/>
                </a:moveTo>
                <a:lnTo>
                  <a:pt x="6095" y="0"/>
                </a:lnTo>
              </a:path>
            </a:pathLst>
          </a:custGeom>
          <a:ln w="6095">
            <a:solidFill>
              <a:srgbClr val="000000"/>
            </a:solidFill>
          </a:ln>
        </p:spPr>
        <p:txBody>
          <a:bodyPr wrap="square" lIns="0" tIns="0" rIns="0" bIns="0" rtlCol="0"/>
          <a:lstStyle/>
          <a:p>
            <a:endParaRPr/>
          </a:p>
        </p:txBody>
      </p:sp>
      <p:sp>
        <p:nvSpPr>
          <p:cNvPr id="32" name="bg object 32"/>
          <p:cNvSpPr/>
          <p:nvPr/>
        </p:nvSpPr>
        <p:spPr>
          <a:xfrm>
            <a:off x="713994" y="5397232"/>
            <a:ext cx="6301105" cy="661035"/>
          </a:xfrm>
          <a:custGeom>
            <a:avLst/>
            <a:gdLst/>
            <a:ahLst/>
            <a:cxnLst/>
            <a:rect l="l" t="t" r="r" b="b"/>
            <a:pathLst>
              <a:path w="6301105" h="661035">
                <a:moveTo>
                  <a:pt x="12179" y="6108"/>
                </a:moveTo>
                <a:lnTo>
                  <a:pt x="0" y="6108"/>
                </a:lnTo>
                <a:lnTo>
                  <a:pt x="0" y="330720"/>
                </a:lnTo>
                <a:lnTo>
                  <a:pt x="0" y="336816"/>
                </a:lnTo>
                <a:lnTo>
                  <a:pt x="0" y="660666"/>
                </a:lnTo>
                <a:lnTo>
                  <a:pt x="12179" y="660666"/>
                </a:lnTo>
                <a:lnTo>
                  <a:pt x="12179" y="336816"/>
                </a:lnTo>
                <a:lnTo>
                  <a:pt x="12179" y="330720"/>
                </a:lnTo>
                <a:lnTo>
                  <a:pt x="12179" y="6108"/>
                </a:lnTo>
                <a:close/>
              </a:path>
              <a:path w="6301105" h="661035">
                <a:moveTo>
                  <a:pt x="872477" y="330720"/>
                </a:moveTo>
                <a:lnTo>
                  <a:pt x="12192" y="330720"/>
                </a:lnTo>
                <a:lnTo>
                  <a:pt x="12192" y="336816"/>
                </a:lnTo>
                <a:lnTo>
                  <a:pt x="872477" y="336816"/>
                </a:lnTo>
                <a:lnTo>
                  <a:pt x="872477" y="330720"/>
                </a:lnTo>
                <a:close/>
              </a:path>
              <a:path w="6301105" h="661035">
                <a:moveTo>
                  <a:pt x="1347965" y="0"/>
                </a:moveTo>
                <a:lnTo>
                  <a:pt x="1341894" y="0"/>
                </a:lnTo>
                <a:lnTo>
                  <a:pt x="878586" y="0"/>
                </a:lnTo>
                <a:lnTo>
                  <a:pt x="878586" y="6108"/>
                </a:lnTo>
                <a:lnTo>
                  <a:pt x="1341882" y="6108"/>
                </a:lnTo>
                <a:lnTo>
                  <a:pt x="1341882" y="330720"/>
                </a:lnTo>
                <a:lnTo>
                  <a:pt x="878586" y="330720"/>
                </a:lnTo>
                <a:lnTo>
                  <a:pt x="878586" y="336816"/>
                </a:lnTo>
                <a:lnTo>
                  <a:pt x="1341882" y="336816"/>
                </a:lnTo>
                <a:lnTo>
                  <a:pt x="1347965" y="336816"/>
                </a:lnTo>
                <a:lnTo>
                  <a:pt x="1347965" y="330720"/>
                </a:lnTo>
                <a:lnTo>
                  <a:pt x="1347965" y="6108"/>
                </a:lnTo>
                <a:lnTo>
                  <a:pt x="1347965" y="0"/>
                </a:lnTo>
                <a:close/>
              </a:path>
              <a:path w="6301105" h="661035">
                <a:moveTo>
                  <a:pt x="6300952" y="0"/>
                </a:moveTo>
                <a:lnTo>
                  <a:pt x="6288786" y="0"/>
                </a:lnTo>
                <a:lnTo>
                  <a:pt x="1347978" y="0"/>
                </a:lnTo>
                <a:lnTo>
                  <a:pt x="1347978" y="6108"/>
                </a:lnTo>
                <a:lnTo>
                  <a:pt x="6288786" y="6108"/>
                </a:lnTo>
                <a:lnTo>
                  <a:pt x="6288786" y="330720"/>
                </a:lnTo>
                <a:lnTo>
                  <a:pt x="1347978" y="330720"/>
                </a:lnTo>
                <a:lnTo>
                  <a:pt x="1347978" y="336816"/>
                </a:lnTo>
                <a:lnTo>
                  <a:pt x="6288786" y="336816"/>
                </a:lnTo>
                <a:lnTo>
                  <a:pt x="6300952" y="336816"/>
                </a:lnTo>
                <a:lnTo>
                  <a:pt x="6300952" y="330720"/>
                </a:lnTo>
                <a:lnTo>
                  <a:pt x="6300952" y="6108"/>
                </a:lnTo>
                <a:lnTo>
                  <a:pt x="6300952" y="0"/>
                </a:lnTo>
                <a:close/>
              </a:path>
            </a:pathLst>
          </a:custGeom>
          <a:solidFill>
            <a:srgbClr val="000000"/>
          </a:solidFill>
        </p:spPr>
        <p:txBody>
          <a:bodyPr wrap="square" lIns="0" tIns="0" rIns="0" bIns="0" rtlCol="0"/>
          <a:lstStyle/>
          <a:p>
            <a:endParaRPr/>
          </a:p>
        </p:txBody>
      </p:sp>
      <p:sp>
        <p:nvSpPr>
          <p:cNvPr id="33" name="bg object 33"/>
          <p:cNvSpPr/>
          <p:nvPr/>
        </p:nvSpPr>
        <p:spPr>
          <a:xfrm>
            <a:off x="1589532" y="6038862"/>
            <a:ext cx="0" cy="19050"/>
          </a:xfrm>
          <a:custGeom>
            <a:avLst/>
            <a:gdLst/>
            <a:ahLst/>
            <a:cxnLst/>
            <a:rect l="l" t="t" r="r" b="b"/>
            <a:pathLst>
              <a:path h="19050">
                <a:moveTo>
                  <a:pt x="0" y="19037"/>
                </a:moveTo>
                <a:lnTo>
                  <a:pt x="0" y="0"/>
                </a:lnTo>
              </a:path>
            </a:pathLst>
          </a:custGeom>
          <a:ln w="6095">
            <a:solidFill>
              <a:srgbClr val="000000"/>
            </a:solidFill>
          </a:ln>
        </p:spPr>
        <p:txBody>
          <a:bodyPr wrap="square" lIns="0" tIns="0" rIns="0" bIns="0" rtlCol="0"/>
          <a:lstStyle/>
          <a:p>
            <a:endParaRPr/>
          </a:p>
        </p:txBody>
      </p:sp>
      <p:sp>
        <p:nvSpPr>
          <p:cNvPr id="34" name="bg object 34"/>
          <p:cNvSpPr/>
          <p:nvPr/>
        </p:nvSpPr>
        <p:spPr>
          <a:xfrm>
            <a:off x="713994" y="5734049"/>
            <a:ext cx="6301105" cy="330200"/>
          </a:xfrm>
          <a:custGeom>
            <a:avLst/>
            <a:gdLst/>
            <a:ahLst/>
            <a:cxnLst/>
            <a:rect l="l" t="t" r="r" b="b"/>
            <a:pathLst>
              <a:path w="6301105" h="330200">
                <a:moveTo>
                  <a:pt x="12179" y="323837"/>
                </a:moveTo>
                <a:lnTo>
                  <a:pt x="0" y="323837"/>
                </a:lnTo>
                <a:lnTo>
                  <a:pt x="0" y="329946"/>
                </a:lnTo>
                <a:lnTo>
                  <a:pt x="12179" y="329946"/>
                </a:lnTo>
                <a:lnTo>
                  <a:pt x="12179" y="323837"/>
                </a:lnTo>
                <a:close/>
              </a:path>
              <a:path w="6301105" h="330200">
                <a:moveTo>
                  <a:pt x="872477" y="323837"/>
                </a:moveTo>
                <a:lnTo>
                  <a:pt x="12192" y="323837"/>
                </a:lnTo>
                <a:lnTo>
                  <a:pt x="12192" y="329946"/>
                </a:lnTo>
                <a:lnTo>
                  <a:pt x="872477" y="329946"/>
                </a:lnTo>
                <a:lnTo>
                  <a:pt x="872477" y="323837"/>
                </a:lnTo>
                <a:close/>
              </a:path>
              <a:path w="6301105" h="330200">
                <a:moveTo>
                  <a:pt x="1347965" y="0"/>
                </a:moveTo>
                <a:lnTo>
                  <a:pt x="1341882" y="0"/>
                </a:lnTo>
                <a:lnTo>
                  <a:pt x="1341882" y="323850"/>
                </a:lnTo>
                <a:lnTo>
                  <a:pt x="1347965" y="323850"/>
                </a:lnTo>
                <a:lnTo>
                  <a:pt x="1347965" y="0"/>
                </a:lnTo>
                <a:close/>
              </a:path>
              <a:path w="6301105" h="330200">
                <a:moveTo>
                  <a:pt x="6300952" y="0"/>
                </a:moveTo>
                <a:lnTo>
                  <a:pt x="6288786" y="0"/>
                </a:lnTo>
                <a:lnTo>
                  <a:pt x="6288786" y="323850"/>
                </a:lnTo>
                <a:lnTo>
                  <a:pt x="6300952" y="323850"/>
                </a:lnTo>
                <a:lnTo>
                  <a:pt x="6300952" y="0"/>
                </a:lnTo>
                <a:close/>
              </a:path>
            </a:pathLst>
          </a:custGeom>
          <a:solidFill>
            <a:srgbClr val="000000"/>
          </a:solidFill>
        </p:spPr>
        <p:txBody>
          <a:bodyPr wrap="square" lIns="0" tIns="0" rIns="0" bIns="0" rtlCol="0"/>
          <a:lstStyle/>
          <a:p>
            <a:endParaRPr/>
          </a:p>
        </p:txBody>
      </p:sp>
      <p:sp>
        <p:nvSpPr>
          <p:cNvPr id="35" name="bg object 35"/>
          <p:cNvSpPr/>
          <p:nvPr/>
        </p:nvSpPr>
        <p:spPr>
          <a:xfrm>
            <a:off x="1586483" y="6060947"/>
            <a:ext cx="6350" cy="0"/>
          </a:xfrm>
          <a:custGeom>
            <a:avLst/>
            <a:gdLst/>
            <a:ahLst/>
            <a:cxnLst/>
            <a:rect l="l" t="t" r="r" b="b"/>
            <a:pathLst>
              <a:path w="6350">
                <a:moveTo>
                  <a:pt x="0" y="0"/>
                </a:moveTo>
                <a:lnTo>
                  <a:pt x="6095" y="0"/>
                </a:lnTo>
              </a:path>
            </a:pathLst>
          </a:custGeom>
          <a:ln w="6095">
            <a:solidFill>
              <a:srgbClr val="FEFEFE"/>
            </a:solidFill>
          </a:ln>
        </p:spPr>
        <p:txBody>
          <a:bodyPr wrap="square" lIns="0" tIns="0" rIns="0" bIns="0" rtlCol="0"/>
          <a:lstStyle/>
          <a:p>
            <a:endParaRPr/>
          </a:p>
        </p:txBody>
      </p:sp>
      <p:sp>
        <p:nvSpPr>
          <p:cNvPr id="36" name="bg object 36"/>
          <p:cNvSpPr/>
          <p:nvPr/>
        </p:nvSpPr>
        <p:spPr>
          <a:xfrm>
            <a:off x="713994" y="6057886"/>
            <a:ext cx="6301105" cy="330200"/>
          </a:xfrm>
          <a:custGeom>
            <a:avLst/>
            <a:gdLst/>
            <a:ahLst/>
            <a:cxnLst/>
            <a:rect l="l" t="t" r="r" b="b"/>
            <a:pathLst>
              <a:path w="6301105" h="330200">
                <a:moveTo>
                  <a:pt x="12179" y="6108"/>
                </a:moveTo>
                <a:lnTo>
                  <a:pt x="0" y="6108"/>
                </a:lnTo>
                <a:lnTo>
                  <a:pt x="0" y="329958"/>
                </a:lnTo>
                <a:lnTo>
                  <a:pt x="12179" y="329958"/>
                </a:lnTo>
                <a:lnTo>
                  <a:pt x="12179" y="6108"/>
                </a:lnTo>
                <a:close/>
              </a:path>
              <a:path w="6301105" h="330200">
                <a:moveTo>
                  <a:pt x="1347965" y="0"/>
                </a:moveTo>
                <a:lnTo>
                  <a:pt x="1341894" y="0"/>
                </a:lnTo>
                <a:lnTo>
                  <a:pt x="878586" y="0"/>
                </a:lnTo>
                <a:lnTo>
                  <a:pt x="878586" y="6108"/>
                </a:lnTo>
                <a:lnTo>
                  <a:pt x="1341882" y="6108"/>
                </a:lnTo>
                <a:lnTo>
                  <a:pt x="1347965" y="6108"/>
                </a:lnTo>
                <a:lnTo>
                  <a:pt x="1347965" y="0"/>
                </a:lnTo>
                <a:close/>
              </a:path>
              <a:path w="6301105" h="330200">
                <a:moveTo>
                  <a:pt x="6300952" y="0"/>
                </a:moveTo>
                <a:lnTo>
                  <a:pt x="6288786" y="0"/>
                </a:lnTo>
                <a:lnTo>
                  <a:pt x="1347978" y="0"/>
                </a:lnTo>
                <a:lnTo>
                  <a:pt x="1347978" y="6108"/>
                </a:lnTo>
                <a:lnTo>
                  <a:pt x="6288786" y="6108"/>
                </a:lnTo>
                <a:lnTo>
                  <a:pt x="6300952" y="6108"/>
                </a:lnTo>
                <a:lnTo>
                  <a:pt x="6300952" y="0"/>
                </a:lnTo>
                <a:close/>
              </a:path>
            </a:pathLst>
          </a:custGeom>
          <a:solidFill>
            <a:srgbClr val="000000"/>
          </a:solidFill>
        </p:spPr>
        <p:txBody>
          <a:bodyPr wrap="square" lIns="0" tIns="0" rIns="0" bIns="0" rtlCol="0"/>
          <a:lstStyle/>
          <a:p>
            <a:endParaRPr/>
          </a:p>
        </p:txBody>
      </p:sp>
      <p:sp>
        <p:nvSpPr>
          <p:cNvPr id="37" name="bg object 37"/>
          <p:cNvSpPr/>
          <p:nvPr/>
        </p:nvSpPr>
        <p:spPr>
          <a:xfrm>
            <a:off x="1589532" y="6368795"/>
            <a:ext cx="0" cy="19050"/>
          </a:xfrm>
          <a:custGeom>
            <a:avLst/>
            <a:gdLst/>
            <a:ahLst/>
            <a:cxnLst/>
            <a:rect l="l" t="t" r="r" b="b"/>
            <a:pathLst>
              <a:path h="19050">
                <a:moveTo>
                  <a:pt x="0" y="19049"/>
                </a:moveTo>
                <a:lnTo>
                  <a:pt x="0" y="0"/>
                </a:lnTo>
              </a:path>
            </a:pathLst>
          </a:custGeom>
          <a:ln w="6095">
            <a:solidFill>
              <a:srgbClr val="000000"/>
            </a:solidFill>
          </a:ln>
        </p:spPr>
        <p:txBody>
          <a:bodyPr wrap="square" lIns="0" tIns="0" rIns="0" bIns="0" rtlCol="0"/>
          <a:lstStyle/>
          <a:p>
            <a:endParaRPr/>
          </a:p>
        </p:txBody>
      </p:sp>
      <p:sp>
        <p:nvSpPr>
          <p:cNvPr id="38" name="bg object 38"/>
          <p:cNvSpPr/>
          <p:nvPr/>
        </p:nvSpPr>
        <p:spPr>
          <a:xfrm>
            <a:off x="713994" y="6063995"/>
            <a:ext cx="6301105" cy="661035"/>
          </a:xfrm>
          <a:custGeom>
            <a:avLst/>
            <a:gdLst/>
            <a:ahLst/>
            <a:cxnLst/>
            <a:rect l="l" t="t" r="r" b="b"/>
            <a:pathLst>
              <a:path w="6301105" h="661034">
                <a:moveTo>
                  <a:pt x="12179" y="323850"/>
                </a:moveTo>
                <a:lnTo>
                  <a:pt x="0" y="323850"/>
                </a:lnTo>
                <a:lnTo>
                  <a:pt x="0" y="329946"/>
                </a:lnTo>
                <a:lnTo>
                  <a:pt x="0" y="654545"/>
                </a:lnTo>
                <a:lnTo>
                  <a:pt x="0" y="660654"/>
                </a:lnTo>
                <a:lnTo>
                  <a:pt x="12179" y="660654"/>
                </a:lnTo>
                <a:lnTo>
                  <a:pt x="12179" y="654558"/>
                </a:lnTo>
                <a:lnTo>
                  <a:pt x="12179" y="329946"/>
                </a:lnTo>
                <a:lnTo>
                  <a:pt x="12179" y="323850"/>
                </a:lnTo>
                <a:close/>
              </a:path>
              <a:path w="6301105" h="661034">
                <a:moveTo>
                  <a:pt x="872477" y="654545"/>
                </a:moveTo>
                <a:lnTo>
                  <a:pt x="12192" y="654545"/>
                </a:lnTo>
                <a:lnTo>
                  <a:pt x="12192" y="660654"/>
                </a:lnTo>
                <a:lnTo>
                  <a:pt x="872477" y="660654"/>
                </a:lnTo>
                <a:lnTo>
                  <a:pt x="872477" y="654545"/>
                </a:lnTo>
                <a:close/>
              </a:path>
              <a:path w="6301105" h="661034">
                <a:moveTo>
                  <a:pt x="872477" y="323850"/>
                </a:moveTo>
                <a:lnTo>
                  <a:pt x="12192" y="323850"/>
                </a:lnTo>
                <a:lnTo>
                  <a:pt x="12192" y="329946"/>
                </a:lnTo>
                <a:lnTo>
                  <a:pt x="872477" y="329946"/>
                </a:lnTo>
                <a:lnTo>
                  <a:pt x="872477" y="323850"/>
                </a:lnTo>
                <a:close/>
              </a:path>
              <a:path w="6301105" h="661034">
                <a:moveTo>
                  <a:pt x="1347965" y="0"/>
                </a:moveTo>
                <a:lnTo>
                  <a:pt x="1341882" y="0"/>
                </a:lnTo>
                <a:lnTo>
                  <a:pt x="1341882" y="323850"/>
                </a:lnTo>
                <a:lnTo>
                  <a:pt x="878586" y="323850"/>
                </a:lnTo>
                <a:lnTo>
                  <a:pt x="878586" y="329946"/>
                </a:lnTo>
                <a:lnTo>
                  <a:pt x="1341882" y="329946"/>
                </a:lnTo>
                <a:lnTo>
                  <a:pt x="1341882" y="654558"/>
                </a:lnTo>
                <a:lnTo>
                  <a:pt x="1347965" y="654558"/>
                </a:lnTo>
                <a:lnTo>
                  <a:pt x="1347965" y="329946"/>
                </a:lnTo>
                <a:lnTo>
                  <a:pt x="1347965" y="323850"/>
                </a:lnTo>
                <a:lnTo>
                  <a:pt x="1347965" y="0"/>
                </a:lnTo>
                <a:close/>
              </a:path>
              <a:path w="6301105" h="661034">
                <a:moveTo>
                  <a:pt x="6300952" y="0"/>
                </a:moveTo>
                <a:lnTo>
                  <a:pt x="6288786" y="0"/>
                </a:lnTo>
                <a:lnTo>
                  <a:pt x="6288786" y="323850"/>
                </a:lnTo>
                <a:lnTo>
                  <a:pt x="1347978" y="323850"/>
                </a:lnTo>
                <a:lnTo>
                  <a:pt x="1347978" y="329946"/>
                </a:lnTo>
                <a:lnTo>
                  <a:pt x="6288786" y="329946"/>
                </a:lnTo>
                <a:lnTo>
                  <a:pt x="6288786" y="654558"/>
                </a:lnTo>
                <a:lnTo>
                  <a:pt x="6300952" y="654558"/>
                </a:lnTo>
                <a:lnTo>
                  <a:pt x="6300952" y="329946"/>
                </a:lnTo>
                <a:lnTo>
                  <a:pt x="6300952" y="323850"/>
                </a:lnTo>
                <a:lnTo>
                  <a:pt x="6300952" y="0"/>
                </a:lnTo>
                <a:close/>
              </a:path>
            </a:pathLst>
          </a:custGeom>
          <a:solidFill>
            <a:srgbClr val="000000"/>
          </a:solidFill>
        </p:spPr>
        <p:txBody>
          <a:bodyPr wrap="square" lIns="0" tIns="0" rIns="0" bIns="0" rtlCol="0"/>
          <a:lstStyle/>
          <a:p>
            <a:endParaRPr/>
          </a:p>
        </p:txBody>
      </p:sp>
      <p:sp>
        <p:nvSpPr>
          <p:cNvPr id="39" name="bg object 39"/>
          <p:cNvSpPr/>
          <p:nvPr/>
        </p:nvSpPr>
        <p:spPr>
          <a:xfrm>
            <a:off x="1589532" y="6718553"/>
            <a:ext cx="0" cy="6350"/>
          </a:xfrm>
          <a:custGeom>
            <a:avLst/>
            <a:gdLst/>
            <a:ahLst/>
            <a:cxnLst/>
            <a:rect l="l" t="t" r="r" b="b"/>
            <a:pathLst>
              <a:path h="6350">
                <a:moveTo>
                  <a:pt x="0" y="6096"/>
                </a:moveTo>
                <a:lnTo>
                  <a:pt x="0" y="0"/>
                </a:lnTo>
              </a:path>
            </a:pathLst>
          </a:custGeom>
          <a:ln w="6095">
            <a:solidFill>
              <a:srgbClr val="000000"/>
            </a:solidFill>
          </a:ln>
        </p:spPr>
        <p:txBody>
          <a:bodyPr wrap="square" lIns="0" tIns="0" rIns="0" bIns="0" rtlCol="0"/>
          <a:lstStyle/>
          <a:p>
            <a:endParaRPr/>
          </a:p>
        </p:txBody>
      </p:sp>
      <p:sp>
        <p:nvSpPr>
          <p:cNvPr id="40" name="bg object 40"/>
          <p:cNvSpPr/>
          <p:nvPr/>
        </p:nvSpPr>
        <p:spPr>
          <a:xfrm>
            <a:off x="713994" y="6718540"/>
            <a:ext cx="6301105" cy="275590"/>
          </a:xfrm>
          <a:custGeom>
            <a:avLst/>
            <a:gdLst/>
            <a:ahLst/>
            <a:cxnLst/>
            <a:rect l="l" t="t" r="r" b="b"/>
            <a:pathLst>
              <a:path w="6301105" h="275590">
                <a:moveTo>
                  <a:pt x="12179" y="6108"/>
                </a:moveTo>
                <a:lnTo>
                  <a:pt x="0" y="6108"/>
                </a:lnTo>
                <a:lnTo>
                  <a:pt x="0" y="268998"/>
                </a:lnTo>
                <a:lnTo>
                  <a:pt x="0" y="275094"/>
                </a:lnTo>
                <a:lnTo>
                  <a:pt x="12179" y="275094"/>
                </a:lnTo>
                <a:lnTo>
                  <a:pt x="12179" y="268998"/>
                </a:lnTo>
                <a:lnTo>
                  <a:pt x="12179" y="6108"/>
                </a:lnTo>
                <a:close/>
              </a:path>
              <a:path w="6301105" h="275590">
                <a:moveTo>
                  <a:pt x="872477" y="268998"/>
                </a:moveTo>
                <a:lnTo>
                  <a:pt x="12192" y="268998"/>
                </a:lnTo>
                <a:lnTo>
                  <a:pt x="12192" y="275094"/>
                </a:lnTo>
                <a:lnTo>
                  <a:pt x="872477" y="275094"/>
                </a:lnTo>
                <a:lnTo>
                  <a:pt x="872477" y="268998"/>
                </a:lnTo>
                <a:close/>
              </a:path>
              <a:path w="6301105" h="275590">
                <a:moveTo>
                  <a:pt x="1347965" y="0"/>
                </a:moveTo>
                <a:lnTo>
                  <a:pt x="1341894" y="0"/>
                </a:lnTo>
                <a:lnTo>
                  <a:pt x="878586" y="0"/>
                </a:lnTo>
                <a:lnTo>
                  <a:pt x="878586" y="6108"/>
                </a:lnTo>
                <a:lnTo>
                  <a:pt x="1341882" y="6108"/>
                </a:lnTo>
                <a:lnTo>
                  <a:pt x="1341882" y="268998"/>
                </a:lnTo>
                <a:lnTo>
                  <a:pt x="1347965" y="268998"/>
                </a:lnTo>
                <a:lnTo>
                  <a:pt x="1347965" y="6108"/>
                </a:lnTo>
                <a:lnTo>
                  <a:pt x="1347965" y="0"/>
                </a:lnTo>
                <a:close/>
              </a:path>
              <a:path w="6301105" h="275590">
                <a:moveTo>
                  <a:pt x="6300952" y="0"/>
                </a:moveTo>
                <a:lnTo>
                  <a:pt x="6288786" y="0"/>
                </a:lnTo>
                <a:lnTo>
                  <a:pt x="1347978" y="0"/>
                </a:lnTo>
                <a:lnTo>
                  <a:pt x="1347978" y="6108"/>
                </a:lnTo>
                <a:lnTo>
                  <a:pt x="6288786" y="6108"/>
                </a:lnTo>
                <a:lnTo>
                  <a:pt x="6288786" y="268998"/>
                </a:lnTo>
                <a:lnTo>
                  <a:pt x="6300952" y="268998"/>
                </a:lnTo>
                <a:lnTo>
                  <a:pt x="6300952" y="6108"/>
                </a:lnTo>
                <a:lnTo>
                  <a:pt x="6300952" y="0"/>
                </a:lnTo>
                <a:close/>
              </a:path>
            </a:pathLst>
          </a:custGeom>
          <a:solidFill>
            <a:srgbClr val="000000"/>
          </a:solidFill>
        </p:spPr>
        <p:txBody>
          <a:bodyPr wrap="square" lIns="0" tIns="0" rIns="0" bIns="0" rtlCol="0"/>
          <a:lstStyle/>
          <a:p>
            <a:endParaRPr/>
          </a:p>
        </p:txBody>
      </p:sp>
      <p:sp>
        <p:nvSpPr>
          <p:cNvPr id="41" name="bg object 41"/>
          <p:cNvSpPr/>
          <p:nvPr/>
        </p:nvSpPr>
        <p:spPr>
          <a:xfrm>
            <a:off x="1586483" y="6990588"/>
            <a:ext cx="6350" cy="0"/>
          </a:xfrm>
          <a:custGeom>
            <a:avLst/>
            <a:gdLst/>
            <a:ahLst/>
            <a:cxnLst/>
            <a:rect l="l" t="t" r="r" b="b"/>
            <a:pathLst>
              <a:path w="6350">
                <a:moveTo>
                  <a:pt x="0" y="0"/>
                </a:moveTo>
                <a:lnTo>
                  <a:pt x="6095" y="0"/>
                </a:lnTo>
              </a:path>
            </a:pathLst>
          </a:custGeom>
          <a:ln w="6095">
            <a:solidFill>
              <a:srgbClr val="000000"/>
            </a:solidFill>
          </a:ln>
        </p:spPr>
        <p:txBody>
          <a:bodyPr wrap="square" lIns="0" tIns="0" rIns="0" bIns="0" rtlCol="0"/>
          <a:lstStyle/>
          <a:p>
            <a:endParaRPr/>
          </a:p>
        </p:txBody>
      </p:sp>
      <p:sp>
        <p:nvSpPr>
          <p:cNvPr id="42" name="bg object 42"/>
          <p:cNvSpPr/>
          <p:nvPr/>
        </p:nvSpPr>
        <p:spPr>
          <a:xfrm>
            <a:off x="713994" y="6987539"/>
            <a:ext cx="6301105" cy="393700"/>
          </a:xfrm>
          <a:custGeom>
            <a:avLst/>
            <a:gdLst/>
            <a:ahLst/>
            <a:cxnLst/>
            <a:rect l="l" t="t" r="r" b="b"/>
            <a:pathLst>
              <a:path w="6301105" h="393700">
                <a:moveTo>
                  <a:pt x="12179" y="6096"/>
                </a:moveTo>
                <a:lnTo>
                  <a:pt x="0" y="6096"/>
                </a:lnTo>
                <a:lnTo>
                  <a:pt x="0" y="387083"/>
                </a:lnTo>
                <a:lnTo>
                  <a:pt x="0" y="393192"/>
                </a:lnTo>
                <a:lnTo>
                  <a:pt x="12179" y="393192"/>
                </a:lnTo>
                <a:lnTo>
                  <a:pt x="12179" y="387096"/>
                </a:lnTo>
                <a:lnTo>
                  <a:pt x="12179" y="6096"/>
                </a:lnTo>
                <a:close/>
              </a:path>
              <a:path w="6301105" h="393700">
                <a:moveTo>
                  <a:pt x="872477" y="387083"/>
                </a:moveTo>
                <a:lnTo>
                  <a:pt x="12192" y="387083"/>
                </a:lnTo>
                <a:lnTo>
                  <a:pt x="12192" y="393192"/>
                </a:lnTo>
                <a:lnTo>
                  <a:pt x="872477" y="393192"/>
                </a:lnTo>
                <a:lnTo>
                  <a:pt x="872477" y="387083"/>
                </a:lnTo>
                <a:close/>
              </a:path>
              <a:path w="6301105" h="393700">
                <a:moveTo>
                  <a:pt x="1347965" y="0"/>
                </a:moveTo>
                <a:lnTo>
                  <a:pt x="1341894" y="0"/>
                </a:lnTo>
                <a:lnTo>
                  <a:pt x="878586" y="0"/>
                </a:lnTo>
                <a:lnTo>
                  <a:pt x="878586" y="6096"/>
                </a:lnTo>
                <a:lnTo>
                  <a:pt x="1341882" y="6096"/>
                </a:lnTo>
                <a:lnTo>
                  <a:pt x="1341882" y="387096"/>
                </a:lnTo>
                <a:lnTo>
                  <a:pt x="1347965" y="387096"/>
                </a:lnTo>
                <a:lnTo>
                  <a:pt x="1347965" y="6096"/>
                </a:lnTo>
                <a:lnTo>
                  <a:pt x="1347965" y="0"/>
                </a:lnTo>
                <a:close/>
              </a:path>
              <a:path w="6301105" h="393700">
                <a:moveTo>
                  <a:pt x="6300952" y="0"/>
                </a:moveTo>
                <a:lnTo>
                  <a:pt x="6288786" y="0"/>
                </a:lnTo>
                <a:lnTo>
                  <a:pt x="1347978" y="0"/>
                </a:lnTo>
                <a:lnTo>
                  <a:pt x="1347978" y="6096"/>
                </a:lnTo>
                <a:lnTo>
                  <a:pt x="6288786" y="6096"/>
                </a:lnTo>
                <a:lnTo>
                  <a:pt x="6288786" y="387096"/>
                </a:lnTo>
                <a:lnTo>
                  <a:pt x="6300952" y="387096"/>
                </a:lnTo>
                <a:lnTo>
                  <a:pt x="6300952" y="6096"/>
                </a:lnTo>
                <a:lnTo>
                  <a:pt x="6300952" y="0"/>
                </a:lnTo>
                <a:close/>
              </a:path>
            </a:pathLst>
          </a:custGeom>
          <a:solidFill>
            <a:srgbClr val="000000"/>
          </a:solidFill>
        </p:spPr>
        <p:txBody>
          <a:bodyPr wrap="square" lIns="0" tIns="0" rIns="0" bIns="0" rtlCol="0"/>
          <a:lstStyle/>
          <a:p>
            <a:endParaRPr/>
          </a:p>
        </p:txBody>
      </p:sp>
      <p:sp>
        <p:nvSpPr>
          <p:cNvPr id="43" name="bg object 43"/>
          <p:cNvSpPr/>
          <p:nvPr/>
        </p:nvSpPr>
        <p:spPr>
          <a:xfrm>
            <a:off x="1586483" y="7377683"/>
            <a:ext cx="6350" cy="0"/>
          </a:xfrm>
          <a:custGeom>
            <a:avLst/>
            <a:gdLst/>
            <a:ahLst/>
            <a:cxnLst/>
            <a:rect l="l" t="t" r="r" b="b"/>
            <a:pathLst>
              <a:path w="6350">
                <a:moveTo>
                  <a:pt x="0" y="0"/>
                </a:moveTo>
                <a:lnTo>
                  <a:pt x="6095" y="0"/>
                </a:lnTo>
              </a:path>
            </a:pathLst>
          </a:custGeom>
          <a:ln w="6095">
            <a:solidFill>
              <a:srgbClr val="000000"/>
            </a:solidFill>
          </a:ln>
        </p:spPr>
        <p:txBody>
          <a:bodyPr wrap="square" lIns="0" tIns="0" rIns="0" bIns="0" rtlCol="0"/>
          <a:lstStyle/>
          <a:p>
            <a:endParaRPr/>
          </a:p>
        </p:txBody>
      </p:sp>
      <p:sp>
        <p:nvSpPr>
          <p:cNvPr id="44" name="bg object 44"/>
          <p:cNvSpPr/>
          <p:nvPr/>
        </p:nvSpPr>
        <p:spPr>
          <a:xfrm>
            <a:off x="713994" y="7374622"/>
            <a:ext cx="6301105" cy="330200"/>
          </a:xfrm>
          <a:custGeom>
            <a:avLst/>
            <a:gdLst/>
            <a:ahLst/>
            <a:cxnLst/>
            <a:rect l="l" t="t" r="r" b="b"/>
            <a:pathLst>
              <a:path w="6301105" h="330200">
                <a:moveTo>
                  <a:pt x="12179" y="6108"/>
                </a:moveTo>
                <a:lnTo>
                  <a:pt x="0" y="6108"/>
                </a:lnTo>
                <a:lnTo>
                  <a:pt x="0" y="329958"/>
                </a:lnTo>
                <a:lnTo>
                  <a:pt x="12179" y="329958"/>
                </a:lnTo>
                <a:lnTo>
                  <a:pt x="12179" y="6108"/>
                </a:lnTo>
                <a:close/>
              </a:path>
              <a:path w="6301105" h="330200">
                <a:moveTo>
                  <a:pt x="1347965" y="0"/>
                </a:moveTo>
                <a:lnTo>
                  <a:pt x="1341894" y="0"/>
                </a:lnTo>
                <a:lnTo>
                  <a:pt x="878586" y="0"/>
                </a:lnTo>
                <a:lnTo>
                  <a:pt x="878586" y="6108"/>
                </a:lnTo>
                <a:lnTo>
                  <a:pt x="1341882" y="6108"/>
                </a:lnTo>
                <a:lnTo>
                  <a:pt x="1341882" y="329958"/>
                </a:lnTo>
                <a:lnTo>
                  <a:pt x="1347965" y="329958"/>
                </a:lnTo>
                <a:lnTo>
                  <a:pt x="1347965" y="6108"/>
                </a:lnTo>
                <a:lnTo>
                  <a:pt x="1347965" y="0"/>
                </a:lnTo>
                <a:close/>
              </a:path>
              <a:path w="6301105" h="330200">
                <a:moveTo>
                  <a:pt x="6300952" y="0"/>
                </a:moveTo>
                <a:lnTo>
                  <a:pt x="6288786" y="0"/>
                </a:lnTo>
                <a:lnTo>
                  <a:pt x="1347978" y="0"/>
                </a:lnTo>
                <a:lnTo>
                  <a:pt x="1347978" y="6108"/>
                </a:lnTo>
                <a:lnTo>
                  <a:pt x="6288786" y="6108"/>
                </a:lnTo>
                <a:lnTo>
                  <a:pt x="6288786" y="329958"/>
                </a:lnTo>
                <a:lnTo>
                  <a:pt x="6300952" y="329958"/>
                </a:lnTo>
                <a:lnTo>
                  <a:pt x="6300952" y="6108"/>
                </a:lnTo>
                <a:lnTo>
                  <a:pt x="6300952" y="0"/>
                </a:lnTo>
                <a:close/>
              </a:path>
            </a:pathLst>
          </a:custGeom>
          <a:solidFill>
            <a:srgbClr val="000000"/>
          </a:solidFill>
        </p:spPr>
        <p:txBody>
          <a:bodyPr wrap="square" lIns="0" tIns="0" rIns="0" bIns="0" rtlCol="0"/>
          <a:lstStyle/>
          <a:p>
            <a:endParaRPr/>
          </a:p>
        </p:txBody>
      </p:sp>
      <p:sp>
        <p:nvSpPr>
          <p:cNvPr id="2" name="Holder 2"/>
          <p:cNvSpPr>
            <a:spLocks noGrp="1"/>
          </p:cNvSpPr>
          <p:nvPr>
            <p:ph type="title"/>
          </p:nvPr>
        </p:nvSpPr>
        <p:spPr>
          <a:xfrm>
            <a:off x="756285" y="427736"/>
            <a:ext cx="13613130" cy="171094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756285" y="2459482"/>
            <a:ext cx="13613130"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142738" y="9944862"/>
            <a:ext cx="4840224" cy="53467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756285" y="9944862"/>
            <a:ext cx="3478911" cy="53467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10/7/2025</a:t>
            </a:fld>
            <a:endParaRPr lang="en-US"/>
          </a:p>
        </p:txBody>
      </p:sp>
      <p:sp>
        <p:nvSpPr>
          <p:cNvPr id="6" name="Holder 6"/>
          <p:cNvSpPr>
            <a:spLocks noGrp="1"/>
          </p:cNvSpPr>
          <p:nvPr>
            <p:ph type="sldNum" sz="quarter" idx="7"/>
          </p:nvPr>
        </p:nvSpPr>
        <p:spPr>
          <a:xfrm>
            <a:off x="10890504" y="9944862"/>
            <a:ext cx="3478911" cy="53467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mailto:shu1955oreda@icloud.com" TargetMode="External"/><Relationship Id="rId1" Type="http://schemas.openxmlformats.org/officeDocument/2006/relationships/slideLayout" Target="../slideLayouts/slideLayout5.xml"/><Relationship Id="rId6" Type="http://schemas.openxmlformats.org/officeDocument/2006/relationships/image" Target="../media/image5.jp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2780372615"/>
              </p:ext>
            </p:extLst>
          </p:nvPr>
        </p:nvGraphicFramePr>
        <p:xfrm>
          <a:off x="720083" y="408304"/>
          <a:ext cx="5758176" cy="7675881"/>
        </p:xfrm>
        <a:graphic>
          <a:graphicData uri="http://schemas.openxmlformats.org/drawingml/2006/table">
            <a:tbl>
              <a:tblPr firstRow="1" bandRow="1">
                <a:tableStyleId>{2D5ABB26-0587-4C30-8999-92F81FD0307C}</a:tableStyleId>
              </a:tblPr>
              <a:tblGrid>
                <a:gridCol w="631190">
                  <a:extLst>
                    <a:ext uri="{9D8B030D-6E8A-4147-A177-3AD203B41FA5}">
                      <a16:colId xmlns:a16="http://schemas.microsoft.com/office/drawing/2014/main" val="20000"/>
                    </a:ext>
                  </a:extLst>
                </a:gridCol>
                <a:gridCol w="113665">
                  <a:extLst>
                    <a:ext uri="{9D8B030D-6E8A-4147-A177-3AD203B41FA5}">
                      <a16:colId xmlns:a16="http://schemas.microsoft.com/office/drawing/2014/main" val="20001"/>
                    </a:ext>
                  </a:extLst>
                </a:gridCol>
                <a:gridCol w="440690">
                  <a:extLst>
                    <a:ext uri="{9D8B030D-6E8A-4147-A177-3AD203B41FA5}">
                      <a16:colId xmlns:a16="http://schemas.microsoft.com/office/drawing/2014/main" val="20002"/>
                    </a:ext>
                  </a:extLst>
                </a:gridCol>
                <a:gridCol w="205740">
                  <a:extLst>
                    <a:ext uri="{9D8B030D-6E8A-4147-A177-3AD203B41FA5}">
                      <a16:colId xmlns:a16="http://schemas.microsoft.com/office/drawing/2014/main" val="20003"/>
                    </a:ext>
                  </a:extLst>
                </a:gridCol>
                <a:gridCol w="365125">
                  <a:extLst>
                    <a:ext uri="{9D8B030D-6E8A-4147-A177-3AD203B41FA5}">
                      <a16:colId xmlns:a16="http://schemas.microsoft.com/office/drawing/2014/main" val="20004"/>
                    </a:ext>
                  </a:extLst>
                </a:gridCol>
                <a:gridCol w="200660">
                  <a:extLst>
                    <a:ext uri="{9D8B030D-6E8A-4147-A177-3AD203B41FA5}">
                      <a16:colId xmlns:a16="http://schemas.microsoft.com/office/drawing/2014/main" val="20005"/>
                    </a:ext>
                  </a:extLst>
                </a:gridCol>
                <a:gridCol w="346710">
                  <a:extLst>
                    <a:ext uri="{9D8B030D-6E8A-4147-A177-3AD203B41FA5}">
                      <a16:colId xmlns:a16="http://schemas.microsoft.com/office/drawing/2014/main" val="20006"/>
                    </a:ext>
                  </a:extLst>
                </a:gridCol>
                <a:gridCol w="384810">
                  <a:extLst>
                    <a:ext uri="{9D8B030D-6E8A-4147-A177-3AD203B41FA5}">
                      <a16:colId xmlns:a16="http://schemas.microsoft.com/office/drawing/2014/main" val="20007"/>
                    </a:ext>
                  </a:extLst>
                </a:gridCol>
                <a:gridCol w="226694">
                  <a:extLst>
                    <a:ext uri="{9D8B030D-6E8A-4147-A177-3AD203B41FA5}">
                      <a16:colId xmlns:a16="http://schemas.microsoft.com/office/drawing/2014/main" val="20008"/>
                    </a:ext>
                  </a:extLst>
                </a:gridCol>
                <a:gridCol w="183514">
                  <a:extLst>
                    <a:ext uri="{9D8B030D-6E8A-4147-A177-3AD203B41FA5}">
                      <a16:colId xmlns:a16="http://schemas.microsoft.com/office/drawing/2014/main" val="20009"/>
                    </a:ext>
                  </a:extLst>
                </a:gridCol>
                <a:gridCol w="306070">
                  <a:extLst>
                    <a:ext uri="{9D8B030D-6E8A-4147-A177-3AD203B41FA5}">
                      <a16:colId xmlns:a16="http://schemas.microsoft.com/office/drawing/2014/main" val="20010"/>
                    </a:ext>
                  </a:extLst>
                </a:gridCol>
                <a:gridCol w="213995">
                  <a:extLst>
                    <a:ext uri="{9D8B030D-6E8A-4147-A177-3AD203B41FA5}">
                      <a16:colId xmlns:a16="http://schemas.microsoft.com/office/drawing/2014/main" val="20011"/>
                    </a:ext>
                  </a:extLst>
                </a:gridCol>
                <a:gridCol w="254635">
                  <a:extLst>
                    <a:ext uri="{9D8B030D-6E8A-4147-A177-3AD203B41FA5}">
                      <a16:colId xmlns:a16="http://schemas.microsoft.com/office/drawing/2014/main" val="20012"/>
                    </a:ext>
                  </a:extLst>
                </a:gridCol>
                <a:gridCol w="240029">
                  <a:extLst>
                    <a:ext uri="{9D8B030D-6E8A-4147-A177-3AD203B41FA5}">
                      <a16:colId xmlns:a16="http://schemas.microsoft.com/office/drawing/2014/main" val="20013"/>
                    </a:ext>
                  </a:extLst>
                </a:gridCol>
                <a:gridCol w="444500">
                  <a:extLst>
                    <a:ext uri="{9D8B030D-6E8A-4147-A177-3AD203B41FA5}">
                      <a16:colId xmlns:a16="http://schemas.microsoft.com/office/drawing/2014/main" val="20014"/>
                    </a:ext>
                  </a:extLst>
                </a:gridCol>
                <a:gridCol w="98425">
                  <a:extLst>
                    <a:ext uri="{9D8B030D-6E8A-4147-A177-3AD203B41FA5}">
                      <a16:colId xmlns:a16="http://schemas.microsoft.com/office/drawing/2014/main" val="20015"/>
                    </a:ext>
                  </a:extLst>
                </a:gridCol>
                <a:gridCol w="546735">
                  <a:extLst>
                    <a:ext uri="{9D8B030D-6E8A-4147-A177-3AD203B41FA5}">
                      <a16:colId xmlns:a16="http://schemas.microsoft.com/office/drawing/2014/main" val="20016"/>
                    </a:ext>
                  </a:extLst>
                </a:gridCol>
                <a:gridCol w="206375">
                  <a:extLst>
                    <a:ext uri="{9D8B030D-6E8A-4147-A177-3AD203B41FA5}">
                      <a16:colId xmlns:a16="http://schemas.microsoft.com/office/drawing/2014/main" val="20017"/>
                    </a:ext>
                  </a:extLst>
                </a:gridCol>
                <a:gridCol w="348614">
                  <a:extLst>
                    <a:ext uri="{9D8B030D-6E8A-4147-A177-3AD203B41FA5}">
                      <a16:colId xmlns:a16="http://schemas.microsoft.com/office/drawing/2014/main" val="20018"/>
                    </a:ext>
                  </a:extLst>
                </a:gridCol>
              </a:tblGrid>
              <a:tr h="502920">
                <a:tc gridSpan="19">
                  <a:txBody>
                    <a:bodyPr/>
                    <a:lstStyle/>
                    <a:p>
                      <a:pPr marL="68580">
                        <a:lnSpc>
                          <a:spcPts val="2765"/>
                        </a:lnSpc>
                        <a:tabLst>
                          <a:tab pos="677545" algn="l"/>
                          <a:tab pos="1287145" algn="l"/>
                        </a:tabLst>
                      </a:pPr>
                      <a:r>
                        <a:rPr sz="2400" spc="-50" dirty="0">
                          <a:latin typeface="MS Gothic"/>
                          <a:cs typeface="MS Gothic"/>
                        </a:rPr>
                        <a:t>履</a:t>
                      </a:r>
                      <a:r>
                        <a:rPr sz="2400" dirty="0">
                          <a:latin typeface="MS Gothic"/>
                          <a:cs typeface="MS Gothic"/>
                        </a:rPr>
                        <a:t>	</a:t>
                      </a:r>
                      <a:r>
                        <a:rPr sz="2400" spc="-50" dirty="0">
                          <a:latin typeface="MS Gothic"/>
                          <a:cs typeface="MS Gothic"/>
                        </a:rPr>
                        <a:t>歴</a:t>
                      </a:r>
                      <a:r>
                        <a:rPr sz="2400" dirty="0">
                          <a:latin typeface="MS Gothic"/>
                          <a:cs typeface="MS Gothic"/>
                        </a:rPr>
                        <a:t>	</a:t>
                      </a:r>
                      <a:r>
                        <a:rPr sz="2400" spc="-50" dirty="0">
                          <a:latin typeface="MS Gothic"/>
                          <a:cs typeface="MS Gothic"/>
                        </a:rPr>
                        <a:t>書</a:t>
                      </a:r>
                      <a:endParaRPr sz="2400" dirty="0">
                        <a:latin typeface="MS Gothic"/>
                        <a:cs typeface="MS Gothic"/>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369570">
                <a:tc>
                  <a:txBody>
                    <a:bodyPr/>
                    <a:lstStyle/>
                    <a:p>
                      <a:pPr>
                        <a:lnSpc>
                          <a:spcPct val="100000"/>
                        </a:lnSpc>
                      </a:pPr>
                      <a:endParaRPr sz="1000">
                        <a:latin typeface="Times New Roman"/>
                        <a:cs typeface="Times New Roman"/>
                      </a:endParaRPr>
                    </a:p>
                  </a:txBody>
                  <a:tcPr marL="0" marR="0" marT="0" marB="0">
                    <a:lnB w="1270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B w="1270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B w="1270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B w="12700">
                      <a:solidFill>
                        <a:srgbClr val="000000"/>
                      </a:solidFill>
                      <a:prstDash val="solid"/>
                    </a:lnB>
                  </a:tcPr>
                </a:tc>
                <a:tc>
                  <a:txBody>
                    <a:bodyPr/>
                    <a:lstStyle/>
                    <a:p>
                      <a:pPr marR="3175">
                        <a:lnSpc>
                          <a:spcPct val="100000"/>
                        </a:lnSpc>
                      </a:pPr>
                      <a:endParaRPr sz="1000" dirty="0">
                        <a:latin typeface="Times New Roman"/>
                        <a:cs typeface="Times New Roman"/>
                      </a:endParaRPr>
                    </a:p>
                  </a:txBody>
                  <a:tcPr marL="0" marR="0" marT="0" marB="0">
                    <a:lnB w="12700">
                      <a:solidFill>
                        <a:srgbClr val="000000"/>
                      </a:solidFill>
                      <a:prstDash val="solid"/>
                    </a:lnB>
                  </a:tcPr>
                </a:tc>
                <a:tc>
                  <a:txBody>
                    <a:bodyPr/>
                    <a:lstStyle/>
                    <a:p>
                      <a:pPr>
                        <a:lnSpc>
                          <a:spcPct val="100000"/>
                        </a:lnSpc>
                      </a:pPr>
                      <a:endParaRPr sz="1000" dirty="0">
                        <a:latin typeface="Times New Roman"/>
                        <a:cs typeface="Times New Roman"/>
                      </a:endParaRPr>
                    </a:p>
                  </a:txBody>
                  <a:tcPr marL="0" marR="0" marT="0" marB="0">
                    <a:lnB w="12700">
                      <a:solidFill>
                        <a:srgbClr val="000000"/>
                      </a:solidFill>
                      <a:prstDash val="solid"/>
                    </a:lnB>
                  </a:tcPr>
                </a:tc>
                <a:tc>
                  <a:txBody>
                    <a:bodyPr/>
                    <a:lstStyle/>
                    <a:p>
                      <a:pPr>
                        <a:lnSpc>
                          <a:spcPct val="100000"/>
                        </a:lnSpc>
                      </a:pPr>
                      <a:endParaRPr sz="1000" dirty="0">
                        <a:latin typeface="Times New Roman"/>
                        <a:cs typeface="Times New Roman"/>
                      </a:endParaRPr>
                    </a:p>
                  </a:txBody>
                  <a:tcPr marL="0" marR="0" marT="0" marB="0">
                    <a:lnB w="12700">
                      <a:solidFill>
                        <a:srgbClr val="000000"/>
                      </a:solidFill>
                      <a:prstDash val="solid"/>
                    </a:lnB>
                  </a:tcPr>
                </a:tc>
                <a:tc gridSpan="2">
                  <a:txBody>
                    <a:bodyPr/>
                    <a:lstStyle/>
                    <a:p>
                      <a:pPr>
                        <a:lnSpc>
                          <a:spcPct val="100000"/>
                        </a:lnSpc>
                        <a:spcBef>
                          <a:spcPts val="110"/>
                        </a:spcBef>
                      </a:pPr>
                      <a:endParaRPr sz="1050" dirty="0">
                        <a:latin typeface="Times New Roman"/>
                        <a:cs typeface="Times New Roman"/>
                      </a:endParaRPr>
                    </a:p>
                    <a:p>
                      <a:pPr marL="276860">
                        <a:lnSpc>
                          <a:spcPct val="100000"/>
                        </a:lnSpc>
                      </a:pPr>
                      <a:endParaRPr sz="1050" dirty="0">
                        <a:latin typeface="Century"/>
                        <a:cs typeface="Century"/>
                      </a:endParaRPr>
                    </a:p>
                  </a:txBody>
                  <a:tcPr marL="0" marR="0" marT="13970" marB="0">
                    <a:lnB w="12700">
                      <a:solidFill>
                        <a:srgbClr val="000000"/>
                      </a:solidFill>
                      <a:prstDash val="solid"/>
                    </a:lnB>
                  </a:tcPr>
                </a:tc>
                <a:tc hMerge="1">
                  <a:txBody>
                    <a:bodyPr/>
                    <a:lstStyle/>
                    <a:p>
                      <a:endParaRPr/>
                    </a:p>
                  </a:txBody>
                  <a:tcPr marL="0" marR="0" marT="0" marB="0"/>
                </a:tc>
                <a:tc>
                  <a:txBody>
                    <a:bodyPr/>
                    <a:lstStyle/>
                    <a:p>
                      <a:pPr marL="31115">
                        <a:lnSpc>
                          <a:spcPct val="100000"/>
                        </a:lnSpc>
                        <a:spcBef>
                          <a:spcPts val="1255"/>
                        </a:spcBef>
                      </a:pPr>
                      <a:endParaRPr sz="1100" dirty="0">
                        <a:latin typeface="MS Mincho"/>
                        <a:cs typeface="MS Mincho"/>
                      </a:endParaRPr>
                    </a:p>
                  </a:txBody>
                  <a:tcPr marL="0" marR="0" marT="159385" marB="0">
                    <a:lnB w="12700">
                      <a:solidFill>
                        <a:srgbClr val="000000"/>
                      </a:solidFill>
                      <a:prstDash val="solid"/>
                    </a:lnB>
                  </a:tcPr>
                </a:tc>
                <a:tc>
                  <a:txBody>
                    <a:bodyPr/>
                    <a:lstStyle/>
                    <a:p>
                      <a:pPr>
                        <a:lnSpc>
                          <a:spcPct val="100000"/>
                        </a:lnSpc>
                        <a:spcBef>
                          <a:spcPts val="110"/>
                        </a:spcBef>
                      </a:pPr>
                      <a:endParaRPr sz="1050" dirty="0">
                        <a:latin typeface="Times New Roman"/>
                        <a:cs typeface="Times New Roman"/>
                      </a:endParaRPr>
                    </a:p>
                    <a:p>
                      <a:pPr marL="152400">
                        <a:lnSpc>
                          <a:spcPct val="100000"/>
                        </a:lnSpc>
                      </a:pPr>
                      <a:endParaRPr sz="1050" dirty="0">
                        <a:latin typeface="Century"/>
                        <a:cs typeface="Century"/>
                      </a:endParaRPr>
                    </a:p>
                  </a:txBody>
                  <a:tcPr marL="0" marR="0" marT="13970" marB="0">
                    <a:lnB w="12700">
                      <a:solidFill>
                        <a:srgbClr val="000000"/>
                      </a:solidFill>
                      <a:prstDash val="solid"/>
                    </a:lnB>
                  </a:tcPr>
                </a:tc>
                <a:tc gridSpan="2">
                  <a:txBody>
                    <a:bodyPr/>
                    <a:lstStyle/>
                    <a:p>
                      <a:pPr marL="113030" marR="3175">
                        <a:lnSpc>
                          <a:spcPct val="100000"/>
                        </a:lnSpc>
                        <a:spcBef>
                          <a:spcPts val="1255"/>
                        </a:spcBef>
                      </a:pPr>
                      <a:endParaRPr sz="1100" dirty="0">
                        <a:latin typeface="MS Mincho"/>
                        <a:cs typeface="MS Mincho"/>
                      </a:endParaRPr>
                    </a:p>
                  </a:txBody>
                  <a:tcPr marL="0" marR="0" marT="159385" marB="0">
                    <a:lnB w="12700">
                      <a:solidFill>
                        <a:srgbClr val="000000"/>
                      </a:solidFill>
                      <a:prstDash val="solid"/>
                    </a:lnB>
                  </a:tcPr>
                </a:tc>
                <a:tc hMerge="1">
                  <a:txBody>
                    <a:bodyPr/>
                    <a:lstStyle/>
                    <a:p>
                      <a:endParaRPr/>
                    </a:p>
                  </a:txBody>
                  <a:tcPr marL="0" marR="0" marT="0" marB="0"/>
                </a:tc>
                <a:tc>
                  <a:txBody>
                    <a:bodyPr/>
                    <a:lstStyle/>
                    <a:p>
                      <a:pPr>
                        <a:lnSpc>
                          <a:spcPct val="100000"/>
                        </a:lnSpc>
                        <a:spcBef>
                          <a:spcPts val="80"/>
                        </a:spcBef>
                      </a:pPr>
                      <a:endParaRPr sz="1050" dirty="0">
                        <a:latin typeface="Times New Roman"/>
                        <a:cs typeface="Times New Roman"/>
                      </a:endParaRPr>
                    </a:p>
                    <a:p>
                      <a:pPr marL="82550">
                        <a:lnSpc>
                          <a:spcPct val="100000"/>
                        </a:lnSpc>
                      </a:pPr>
                      <a:endParaRPr sz="1050" dirty="0">
                        <a:latin typeface="MS Gothic"/>
                        <a:cs typeface="MS Gothic"/>
                      </a:endParaRPr>
                    </a:p>
                  </a:txBody>
                  <a:tcPr marL="0" marR="0" marT="10160" marB="0">
                    <a:lnB w="12700">
                      <a:solidFill>
                        <a:srgbClr val="000000"/>
                      </a:solidFill>
                      <a:prstDash val="solid"/>
                    </a:lnB>
                  </a:tcPr>
                </a:tc>
                <a:tc>
                  <a:txBody>
                    <a:bodyPr/>
                    <a:lstStyle/>
                    <a:p>
                      <a:pPr marL="22225">
                        <a:lnSpc>
                          <a:spcPct val="100000"/>
                        </a:lnSpc>
                        <a:spcBef>
                          <a:spcPts val="1255"/>
                        </a:spcBef>
                      </a:pPr>
                      <a:endParaRPr sz="1100" dirty="0">
                        <a:latin typeface="MS Mincho"/>
                        <a:cs typeface="MS Mincho"/>
                      </a:endParaRPr>
                    </a:p>
                  </a:txBody>
                  <a:tcPr marL="0" marR="0" marT="159385" marB="0">
                    <a:lnB w="1270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B w="1270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extLst>
                  <a:ext uri="{0D108BD9-81ED-4DB2-BD59-A6C34878D82A}">
                    <a16:rowId xmlns:a16="http://schemas.microsoft.com/office/drawing/2014/main" val="10001"/>
                  </a:ext>
                </a:extLst>
              </a:tr>
              <a:tr h="332106">
                <a:tc>
                  <a:txBody>
                    <a:bodyPr/>
                    <a:lstStyle/>
                    <a:p>
                      <a:pPr marL="68580">
                        <a:lnSpc>
                          <a:spcPct val="100000"/>
                        </a:lnSpc>
                        <a:spcBef>
                          <a:spcPts val="405"/>
                        </a:spcBef>
                      </a:pPr>
                      <a:r>
                        <a:rPr sz="1100" b="1" spc="-110" dirty="0">
                          <a:latin typeface="MS Mincho"/>
                          <a:cs typeface="MS Mincho"/>
                        </a:rPr>
                        <a:t>ふりがな</a:t>
                      </a:r>
                      <a:endParaRPr sz="1100">
                        <a:latin typeface="MS Mincho"/>
                        <a:cs typeface="MS Mincho"/>
                      </a:endParaRPr>
                    </a:p>
                  </a:txBody>
                  <a:tcPr marL="0" marR="0" marT="51435" marB="0">
                    <a:lnT w="12700">
                      <a:solidFill>
                        <a:srgbClr val="000000"/>
                      </a:solidFill>
                      <a:prstDash val="solid"/>
                    </a:lnT>
                    <a:lnB w="6350">
                      <a:solidFill>
                        <a:srgbClr val="000000"/>
                      </a:solidFill>
                      <a:prstDash val="solid"/>
                    </a:lnB>
                  </a:tcPr>
                </a:tc>
                <a:tc gridSpan="3">
                  <a:txBody>
                    <a:bodyPr/>
                    <a:lstStyle/>
                    <a:p>
                      <a:pPr marL="71120">
                        <a:lnSpc>
                          <a:spcPct val="100000"/>
                        </a:lnSpc>
                        <a:spcBef>
                          <a:spcPts val="240"/>
                        </a:spcBef>
                      </a:pPr>
                      <a:r>
                        <a:rPr sz="1100" spc="-30" dirty="0">
                          <a:latin typeface="MS Mincho"/>
                          <a:cs typeface="MS Mincho"/>
                        </a:rPr>
                        <a:t>にしむら</a:t>
                      </a:r>
                      <a:endParaRPr sz="1100">
                        <a:latin typeface="MS Mincho"/>
                        <a:cs typeface="MS Mincho"/>
                      </a:endParaRPr>
                    </a:p>
                  </a:txBody>
                  <a:tcPr marL="0" marR="0" marT="30480" marB="0">
                    <a:lnT w="12700">
                      <a:solidFill>
                        <a:srgbClr val="000000"/>
                      </a:solidFill>
                      <a:prstDash val="solid"/>
                    </a:lnT>
                    <a:lnB w="6350">
                      <a:solidFill>
                        <a:srgbClr val="000000"/>
                      </a:solidFill>
                      <a:prstDash val="solid"/>
                    </a:lnB>
                  </a:tcPr>
                </a:tc>
                <a:tc hMerge="1">
                  <a:txBody>
                    <a:bodyPr/>
                    <a:lstStyle/>
                    <a:p>
                      <a:endParaRPr/>
                    </a:p>
                  </a:txBody>
                  <a:tcPr marL="0" marR="0" marT="0" marB="0"/>
                </a:tc>
                <a:tc hMerge="1">
                  <a:txBody>
                    <a:bodyPr/>
                    <a:lstStyle/>
                    <a:p>
                      <a:endParaRPr/>
                    </a:p>
                  </a:txBody>
                  <a:tcPr marL="0" marR="0" marT="0" marB="0"/>
                </a:tc>
                <a:tc gridSpan="3">
                  <a:txBody>
                    <a:bodyPr/>
                    <a:lstStyle/>
                    <a:p>
                      <a:pPr marL="36195">
                        <a:lnSpc>
                          <a:spcPct val="100000"/>
                        </a:lnSpc>
                        <a:spcBef>
                          <a:spcPts val="240"/>
                        </a:spcBef>
                      </a:pPr>
                      <a:r>
                        <a:rPr sz="1100" spc="-30" dirty="0">
                          <a:latin typeface="MS Mincho"/>
                          <a:cs typeface="MS Mincho"/>
                        </a:rPr>
                        <a:t>しゅういち</a:t>
                      </a:r>
                      <a:endParaRPr sz="1100">
                        <a:latin typeface="MS Mincho"/>
                        <a:cs typeface="MS Mincho"/>
                      </a:endParaRPr>
                    </a:p>
                  </a:txBody>
                  <a:tcPr marL="0" marR="0" marT="30480" marB="0">
                    <a:lnT w="12700">
                      <a:solidFill>
                        <a:srgbClr val="000000"/>
                      </a:solidFill>
                      <a:prstDash val="solid"/>
                    </a:lnT>
                    <a:lnB w="6350">
                      <a:solidFill>
                        <a:srgbClr val="000000"/>
                      </a:solidFill>
                      <a:prstDash val="solid"/>
                    </a:lnB>
                  </a:tcPr>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1000">
                        <a:latin typeface="Times New Roman"/>
                        <a:cs typeface="Times New Roman"/>
                      </a:endParaRPr>
                    </a:p>
                  </a:txBody>
                  <a:tcPr marL="0" marR="0" marT="0" marB="0">
                    <a:lnT w="12700">
                      <a:solidFill>
                        <a:srgbClr val="000000"/>
                      </a:solidFill>
                      <a:prstDash val="solid"/>
                    </a:lnT>
                    <a:lnB w="635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T w="12700">
                      <a:solidFill>
                        <a:srgbClr val="000000"/>
                      </a:solidFill>
                      <a:prstDash val="solid"/>
                    </a:lnT>
                    <a:lnB w="6350">
                      <a:solidFill>
                        <a:srgbClr val="000000"/>
                      </a:solidFill>
                      <a:prstDash val="solid"/>
                    </a:lnB>
                  </a:tcPr>
                </a:tc>
                <a:tc>
                  <a:txBody>
                    <a:bodyPr/>
                    <a:lstStyle/>
                    <a:p>
                      <a:pPr>
                        <a:lnSpc>
                          <a:spcPct val="100000"/>
                        </a:lnSpc>
                      </a:pPr>
                      <a:endParaRPr sz="1000" dirty="0">
                        <a:latin typeface="Times New Roman"/>
                        <a:cs typeface="Times New Roman"/>
                      </a:endParaRPr>
                    </a:p>
                  </a:txBody>
                  <a:tcPr marL="0" marR="0" marT="0" marB="0">
                    <a:lnT w="12700">
                      <a:solidFill>
                        <a:srgbClr val="000000"/>
                      </a:solidFill>
                      <a:prstDash val="solid"/>
                    </a:lnT>
                    <a:lnB w="635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T w="12700">
                      <a:solidFill>
                        <a:srgbClr val="000000"/>
                      </a:solidFill>
                      <a:prstDash val="solid"/>
                    </a:lnT>
                    <a:lnB w="6350">
                      <a:solidFill>
                        <a:srgbClr val="000000"/>
                      </a:solidFill>
                      <a:prstDash val="solid"/>
                    </a:lnB>
                  </a:tcPr>
                </a:tc>
                <a:tc gridSpan="2">
                  <a:txBody>
                    <a:bodyPr/>
                    <a:lstStyle/>
                    <a:p>
                      <a:pPr marR="3175">
                        <a:lnSpc>
                          <a:spcPct val="100000"/>
                        </a:lnSpc>
                      </a:pPr>
                      <a:endParaRPr sz="1000" dirty="0">
                        <a:latin typeface="Times New Roman"/>
                        <a:cs typeface="Times New Roman"/>
                      </a:endParaRPr>
                    </a:p>
                  </a:txBody>
                  <a:tcPr marL="0" marR="0" marT="0" marB="0">
                    <a:lnT w="12700">
                      <a:solidFill>
                        <a:srgbClr val="000000"/>
                      </a:solidFill>
                      <a:prstDash val="solid"/>
                    </a:lnT>
                    <a:lnB w="6350">
                      <a:solidFill>
                        <a:srgbClr val="000000"/>
                      </a:solidFill>
                      <a:prstDash val="solid"/>
                    </a:lnB>
                  </a:tcPr>
                </a:tc>
                <a:tc hMerge="1">
                  <a:txBody>
                    <a:bodyPr/>
                    <a:lstStyle/>
                    <a:p>
                      <a:endParaRPr/>
                    </a:p>
                  </a:txBody>
                  <a:tcPr marL="0" marR="0" marT="0" marB="0"/>
                </a:tc>
                <a:tc>
                  <a:txBody>
                    <a:bodyPr/>
                    <a:lstStyle/>
                    <a:p>
                      <a:pPr>
                        <a:lnSpc>
                          <a:spcPct val="100000"/>
                        </a:lnSpc>
                      </a:pPr>
                      <a:endParaRPr sz="1000" dirty="0">
                        <a:latin typeface="Times New Roman"/>
                        <a:cs typeface="Times New Roman"/>
                      </a:endParaRPr>
                    </a:p>
                  </a:txBody>
                  <a:tcPr marL="0" marR="0" marT="0" marB="0">
                    <a:lnT w="12700">
                      <a:solidFill>
                        <a:srgbClr val="000000"/>
                      </a:solidFill>
                      <a:prstDash val="solid"/>
                    </a:lnT>
                    <a:lnB w="6350">
                      <a:solidFill>
                        <a:srgbClr val="000000"/>
                      </a:solidFill>
                      <a:prstDash val="solid"/>
                    </a:lnB>
                  </a:tcPr>
                </a:tc>
                <a:tc>
                  <a:txBody>
                    <a:bodyPr/>
                    <a:lstStyle/>
                    <a:p>
                      <a:pPr marR="3175">
                        <a:lnSpc>
                          <a:spcPct val="100000"/>
                        </a:lnSpc>
                      </a:pPr>
                      <a:endParaRPr sz="1000" dirty="0">
                        <a:latin typeface="Times New Roman"/>
                        <a:cs typeface="Times New Roman"/>
                      </a:endParaRPr>
                    </a:p>
                  </a:txBody>
                  <a:tcPr marL="0" marR="0" marT="0" marB="0">
                    <a:lnT w="12700">
                      <a:solidFill>
                        <a:srgbClr val="000000"/>
                      </a:solidFill>
                      <a:prstDash val="solid"/>
                    </a:lnT>
                    <a:lnB w="635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T w="12700">
                      <a:solidFill>
                        <a:srgbClr val="000000"/>
                      </a:solidFill>
                      <a:prstDash val="solid"/>
                    </a:lnT>
                    <a:lnB w="635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extLst>
                  <a:ext uri="{0D108BD9-81ED-4DB2-BD59-A6C34878D82A}">
                    <a16:rowId xmlns:a16="http://schemas.microsoft.com/office/drawing/2014/main" val="10002"/>
                  </a:ext>
                </a:extLst>
              </a:tr>
              <a:tr h="205740">
                <a:tc>
                  <a:txBody>
                    <a:bodyPr/>
                    <a:lstStyle/>
                    <a:p>
                      <a:pPr algn="r">
                        <a:lnSpc>
                          <a:spcPts val="1295"/>
                        </a:lnSpc>
                        <a:spcBef>
                          <a:spcPts val="225"/>
                        </a:spcBef>
                        <a:tabLst>
                          <a:tab pos="418465" algn="l"/>
                        </a:tabLst>
                      </a:pPr>
                      <a:r>
                        <a:rPr sz="1100" b="1" spc="-50" dirty="0">
                          <a:latin typeface="MS Mincho"/>
                          <a:cs typeface="MS Mincho"/>
                        </a:rPr>
                        <a:t>氏</a:t>
                      </a:r>
                      <a:r>
                        <a:rPr sz="1100" b="1" dirty="0">
                          <a:latin typeface="MS Mincho"/>
                          <a:cs typeface="MS Mincho"/>
                        </a:rPr>
                        <a:t>	</a:t>
                      </a:r>
                      <a:r>
                        <a:rPr sz="1100" b="1" spc="-50" dirty="0">
                          <a:latin typeface="MS Mincho"/>
                          <a:cs typeface="MS Mincho"/>
                        </a:rPr>
                        <a:t>名</a:t>
                      </a:r>
                      <a:endParaRPr sz="1100">
                        <a:latin typeface="MS Mincho"/>
                        <a:cs typeface="MS Mincho"/>
                      </a:endParaRPr>
                    </a:p>
                  </a:txBody>
                  <a:tcPr marL="0" marR="0" marT="28575" marB="0">
                    <a:lnT w="6350">
                      <a:solidFill>
                        <a:srgbClr val="000000"/>
                      </a:solidFill>
                      <a:prstDash val="solid"/>
                    </a:lnT>
                  </a:tcPr>
                </a:tc>
                <a:tc>
                  <a:txBody>
                    <a:bodyPr/>
                    <a:lstStyle/>
                    <a:p>
                      <a:pPr>
                        <a:lnSpc>
                          <a:spcPct val="100000"/>
                        </a:lnSpc>
                      </a:pPr>
                      <a:endParaRPr sz="1000">
                        <a:latin typeface="Times New Roman"/>
                        <a:cs typeface="Times New Roman"/>
                      </a:endParaRPr>
                    </a:p>
                  </a:txBody>
                  <a:tcPr marL="0" marR="0" marT="0" marB="0">
                    <a:lnT w="6350">
                      <a:solidFill>
                        <a:srgbClr val="000000"/>
                      </a:solidFill>
                      <a:prstDash val="solid"/>
                    </a:lnT>
                  </a:tcPr>
                </a:tc>
                <a:tc>
                  <a:txBody>
                    <a:bodyPr/>
                    <a:lstStyle/>
                    <a:p>
                      <a:pPr>
                        <a:lnSpc>
                          <a:spcPct val="100000"/>
                        </a:lnSpc>
                      </a:pPr>
                      <a:endParaRPr sz="1000">
                        <a:latin typeface="Times New Roman"/>
                        <a:cs typeface="Times New Roman"/>
                      </a:endParaRPr>
                    </a:p>
                  </a:txBody>
                  <a:tcPr marL="0" marR="0" marT="0" marB="0">
                    <a:lnT w="6350">
                      <a:solidFill>
                        <a:srgbClr val="000000"/>
                      </a:solidFill>
                      <a:prstDash val="solid"/>
                    </a:lnT>
                  </a:tcPr>
                </a:tc>
                <a:tc>
                  <a:txBody>
                    <a:bodyPr/>
                    <a:lstStyle/>
                    <a:p>
                      <a:pPr>
                        <a:lnSpc>
                          <a:spcPct val="100000"/>
                        </a:lnSpc>
                      </a:pPr>
                      <a:endParaRPr sz="1000">
                        <a:latin typeface="Times New Roman"/>
                        <a:cs typeface="Times New Roman"/>
                      </a:endParaRPr>
                    </a:p>
                  </a:txBody>
                  <a:tcPr marL="0" marR="0" marT="0" marB="0">
                    <a:lnT w="6350">
                      <a:solidFill>
                        <a:srgbClr val="000000"/>
                      </a:solidFill>
                      <a:prstDash val="solid"/>
                    </a:lnT>
                  </a:tcPr>
                </a:tc>
                <a:tc>
                  <a:txBody>
                    <a:bodyPr/>
                    <a:lstStyle/>
                    <a:p>
                      <a:pPr marR="3175">
                        <a:lnSpc>
                          <a:spcPct val="100000"/>
                        </a:lnSpc>
                      </a:pPr>
                      <a:endParaRPr sz="1000">
                        <a:latin typeface="Times New Roman"/>
                        <a:cs typeface="Times New Roman"/>
                      </a:endParaRPr>
                    </a:p>
                  </a:txBody>
                  <a:tcPr marL="0" marR="0" marT="0" marB="0">
                    <a:lnT w="6350">
                      <a:solidFill>
                        <a:srgbClr val="000000"/>
                      </a:solidFill>
                      <a:prstDash val="solid"/>
                    </a:lnT>
                  </a:tcPr>
                </a:tc>
                <a:tc>
                  <a:txBody>
                    <a:bodyPr/>
                    <a:lstStyle/>
                    <a:p>
                      <a:pPr>
                        <a:lnSpc>
                          <a:spcPct val="100000"/>
                        </a:lnSpc>
                      </a:pPr>
                      <a:endParaRPr sz="1000">
                        <a:latin typeface="Times New Roman"/>
                        <a:cs typeface="Times New Roman"/>
                      </a:endParaRPr>
                    </a:p>
                  </a:txBody>
                  <a:tcPr marL="0" marR="0" marT="0" marB="0">
                    <a:lnT w="6350">
                      <a:solidFill>
                        <a:srgbClr val="000000"/>
                      </a:solidFill>
                      <a:prstDash val="solid"/>
                    </a:lnT>
                  </a:tcPr>
                </a:tc>
                <a:tc>
                  <a:txBody>
                    <a:bodyPr/>
                    <a:lstStyle/>
                    <a:p>
                      <a:pPr>
                        <a:lnSpc>
                          <a:spcPct val="100000"/>
                        </a:lnSpc>
                      </a:pPr>
                      <a:endParaRPr sz="1000">
                        <a:latin typeface="Times New Roman"/>
                        <a:cs typeface="Times New Roman"/>
                      </a:endParaRPr>
                    </a:p>
                  </a:txBody>
                  <a:tcPr marL="0" marR="0" marT="0" marB="0">
                    <a:lnT w="6350">
                      <a:solidFill>
                        <a:srgbClr val="000000"/>
                      </a:solidFill>
                      <a:prstDash val="solid"/>
                    </a:lnT>
                  </a:tcPr>
                </a:tc>
                <a:tc>
                  <a:txBody>
                    <a:bodyPr/>
                    <a:lstStyle/>
                    <a:p>
                      <a:pPr>
                        <a:lnSpc>
                          <a:spcPct val="100000"/>
                        </a:lnSpc>
                      </a:pPr>
                      <a:endParaRPr sz="1000">
                        <a:latin typeface="Times New Roman"/>
                        <a:cs typeface="Times New Roman"/>
                      </a:endParaRPr>
                    </a:p>
                  </a:txBody>
                  <a:tcPr marL="0" marR="0" marT="0" marB="0">
                    <a:lnT w="6350">
                      <a:solidFill>
                        <a:srgbClr val="000000"/>
                      </a:solidFill>
                      <a:prstDash val="solid"/>
                    </a:lnT>
                  </a:tcPr>
                </a:tc>
                <a:tc>
                  <a:txBody>
                    <a:bodyPr/>
                    <a:lstStyle/>
                    <a:p>
                      <a:pPr>
                        <a:lnSpc>
                          <a:spcPct val="100000"/>
                        </a:lnSpc>
                      </a:pPr>
                      <a:endParaRPr sz="1000">
                        <a:latin typeface="Times New Roman"/>
                        <a:cs typeface="Times New Roman"/>
                      </a:endParaRPr>
                    </a:p>
                  </a:txBody>
                  <a:tcPr marL="0" marR="0" marT="0" marB="0">
                    <a:lnT w="6350">
                      <a:solidFill>
                        <a:srgbClr val="000000"/>
                      </a:solidFill>
                      <a:prstDash val="solid"/>
                    </a:lnT>
                  </a:tcPr>
                </a:tc>
                <a:tc>
                  <a:txBody>
                    <a:bodyPr/>
                    <a:lstStyle/>
                    <a:p>
                      <a:pPr>
                        <a:lnSpc>
                          <a:spcPct val="100000"/>
                        </a:lnSpc>
                      </a:pPr>
                      <a:endParaRPr sz="1000">
                        <a:latin typeface="Times New Roman"/>
                        <a:cs typeface="Times New Roman"/>
                      </a:endParaRPr>
                    </a:p>
                  </a:txBody>
                  <a:tcPr marL="0" marR="0" marT="0" marB="0">
                    <a:lnT w="6350">
                      <a:solidFill>
                        <a:srgbClr val="000000"/>
                      </a:solidFill>
                      <a:prstDash val="solid"/>
                    </a:lnT>
                  </a:tcPr>
                </a:tc>
                <a:tc>
                  <a:txBody>
                    <a:bodyPr/>
                    <a:lstStyle/>
                    <a:p>
                      <a:pPr>
                        <a:lnSpc>
                          <a:spcPct val="100000"/>
                        </a:lnSpc>
                      </a:pPr>
                      <a:endParaRPr sz="1000" dirty="0">
                        <a:latin typeface="Times New Roman"/>
                        <a:cs typeface="Times New Roman"/>
                      </a:endParaRPr>
                    </a:p>
                  </a:txBody>
                  <a:tcPr marL="0" marR="0" marT="0" marB="0">
                    <a:lnT w="6350">
                      <a:solidFill>
                        <a:srgbClr val="000000"/>
                      </a:solidFill>
                      <a:prstDash val="solid"/>
                    </a:lnT>
                  </a:tcPr>
                </a:tc>
                <a:tc gridSpan="2">
                  <a:txBody>
                    <a:bodyPr/>
                    <a:lstStyle/>
                    <a:p>
                      <a:pPr marR="3175">
                        <a:lnSpc>
                          <a:spcPct val="100000"/>
                        </a:lnSpc>
                      </a:pPr>
                      <a:endParaRPr sz="1000">
                        <a:latin typeface="Times New Roman"/>
                        <a:cs typeface="Times New Roman"/>
                      </a:endParaRPr>
                    </a:p>
                  </a:txBody>
                  <a:tcPr marL="0" marR="0" marT="0" marB="0">
                    <a:lnT w="6350">
                      <a:solidFill>
                        <a:srgbClr val="000000"/>
                      </a:solidFill>
                      <a:prstDash val="solid"/>
                    </a:lnT>
                  </a:tcPr>
                </a:tc>
                <a:tc hMerge="1">
                  <a:txBody>
                    <a:bodyPr/>
                    <a:lstStyle/>
                    <a:p>
                      <a:endParaRPr/>
                    </a:p>
                  </a:txBody>
                  <a:tcPr marL="0" marR="0" marT="0" marB="0"/>
                </a:tc>
                <a:tc>
                  <a:txBody>
                    <a:bodyPr/>
                    <a:lstStyle/>
                    <a:p>
                      <a:pPr>
                        <a:lnSpc>
                          <a:spcPct val="100000"/>
                        </a:lnSpc>
                      </a:pPr>
                      <a:endParaRPr sz="1000">
                        <a:latin typeface="Times New Roman"/>
                        <a:cs typeface="Times New Roman"/>
                      </a:endParaRPr>
                    </a:p>
                  </a:txBody>
                  <a:tcPr marL="0" marR="0" marT="0" marB="0">
                    <a:lnT w="6350">
                      <a:solidFill>
                        <a:srgbClr val="000000"/>
                      </a:solidFill>
                      <a:prstDash val="solid"/>
                    </a:lnT>
                  </a:tcPr>
                </a:tc>
                <a:tc>
                  <a:txBody>
                    <a:bodyPr/>
                    <a:lstStyle/>
                    <a:p>
                      <a:pPr marR="3175">
                        <a:lnSpc>
                          <a:spcPct val="100000"/>
                        </a:lnSpc>
                      </a:pPr>
                      <a:endParaRPr sz="1000">
                        <a:latin typeface="Times New Roman"/>
                        <a:cs typeface="Times New Roman"/>
                      </a:endParaRPr>
                    </a:p>
                  </a:txBody>
                  <a:tcPr marL="0" marR="0" marT="0" marB="0">
                    <a:lnT w="6350">
                      <a:solidFill>
                        <a:srgbClr val="000000"/>
                      </a:solidFill>
                      <a:prstDash val="solid"/>
                    </a:lnT>
                  </a:tcPr>
                </a:tc>
                <a:tc>
                  <a:txBody>
                    <a:bodyPr/>
                    <a:lstStyle/>
                    <a:p>
                      <a:pPr>
                        <a:lnSpc>
                          <a:spcPct val="100000"/>
                        </a:lnSpc>
                      </a:pPr>
                      <a:endParaRPr sz="1000">
                        <a:latin typeface="Times New Roman"/>
                        <a:cs typeface="Times New Roman"/>
                      </a:endParaRPr>
                    </a:p>
                  </a:txBody>
                  <a:tcPr marL="0" marR="0" marT="0" marB="0">
                    <a:lnT w="6350">
                      <a:solidFill>
                        <a:srgbClr val="000000"/>
                      </a:solidFill>
                      <a:prstDash val="solid"/>
                    </a:lnT>
                  </a:tcPr>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extLst>
                  <a:ext uri="{0D108BD9-81ED-4DB2-BD59-A6C34878D82A}">
                    <a16:rowId xmlns:a16="http://schemas.microsoft.com/office/drawing/2014/main" val="10003"/>
                  </a:ext>
                </a:extLst>
              </a:tr>
              <a:tr h="520700">
                <a:tc>
                  <a:txBody>
                    <a:bodyPr/>
                    <a:lstStyle/>
                    <a:p>
                      <a:pPr>
                        <a:lnSpc>
                          <a:spcPct val="100000"/>
                        </a:lnSpc>
                      </a:pPr>
                      <a:endParaRPr sz="1000">
                        <a:latin typeface="Times New Roman"/>
                        <a:cs typeface="Times New Roman"/>
                      </a:endParaRPr>
                    </a:p>
                  </a:txBody>
                  <a:tcPr marL="0" marR="0" marT="0" marB="0">
                    <a:lnB w="6350">
                      <a:solidFill>
                        <a:srgbClr val="000000"/>
                      </a:solidFill>
                      <a:prstDash val="solid"/>
                    </a:lnB>
                  </a:tcPr>
                </a:tc>
                <a:tc gridSpan="3">
                  <a:txBody>
                    <a:bodyPr/>
                    <a:lstStyle/>
                    <a:p>
                      <a:pPr marL="68580">
                        <a:lnSpc>
                          <a:spcPts val="2475"/>
                        </a:lnSpc>
                      </a:pPr>
                      <a:r>
                        <a:rPr sz="2200" spc="-25" dirty="0">
                          <a:latin typeface="MS Mincho"/>
                          <a:cs typeface="MS Mincho"/>
                        </a:rPr>
                        <a:t>西村</a:t>
                      </a:r>
                      <a:endParaRPr sz="2200">
                        <a:latin typeface="MS Mincho"/>
                        <a:cs typeface="MS Mincho"/>
                      </a:endParaRPr>
                    </a:p>
                  </a:txBody>
                  <a:tcPr marL="0" marR="0" marT="0" marB="0">
                    <a:lnB w="6350">
                      <a:solidFill>
                        <a:srgbClr val="000000"/>
                      </a:solidFill>
                      <a:prstDash val="solid"/>
                    </a:lnB>
                  </a:tcPr>
                </a:tc>
                <a:tc hMerge="1">
                  <a:txBody>
                    <a:bodyPr/>
                    <a:lstStyle/>
                    <a:p>
                      <a:endParaRPr/>
                    </a:p>
                  </a:txBody>
                  <a:tcPr marL="0" marR="0" marT="0" marB="0"/>
                </a:tc>
                <a:tc hMerge="1">
                  <a:txBody>
                    <a:bodyPr/>
                    <a:lstStyle/>
                    <a:p>
                      <a:endParaRPr/>
                    </a:p>
                  </a:txBody>
                  <a:tcPr marL="0" marR="0" marT="0" marB="0"/>
                </a:tc>
                <a:tc gridSpan="8">
                  <a:txBody>
                    <a:bodyPr/>
                    <a:lstStyle/>
                    <a:p>
                      <a:pPr marL="175895">
                        <a:lnSpc>
                          <a:spcPts val="2475"/>
                        </a:lnSpc>
                      </a:pPr>
                      <a:r>
                        <a:rPr sz="2200" spc="-30" dirty="0">
                          <a:latin typeface="MS Mincho"/>
                          <a:cs typeface="MS Mincho"/>
                        </a:rPr>
                        <a:t>柊一</a:t>
                      </a:r>
                      <a:endParaRPr sz="2200" dirty="0">
                        <a:latin typeface="MS Mincho"/>
                        <a:cs typeface="MS Mincho"/>
                      </a:endParaRPr>
                    </a:p>
                  </a:txBody>
                  <a:tcPr marL="0" marR="0" marT="0" marB="0">
                    <a:lnB w="635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3">
                  <a:txBody>
                    <a:bodyPr/>
                    <a:lstStyle/>
                    <a:p>
                      <a:pPr marR="3175">
                        <a:lnSpc>
                          <a:spcPct val="100000"/>
                        </a:lnSpc>
                      </a:pPr>
                      <a:endParaRPr sz="1000">
                        <a:latin typeface="Times New Roman"/>
                        <a:cs typeface="Times New Roman"/>
                      </a:endParaRPr>
                    </a:p>
                  </a:txBody>
                  <a:tcPr marL="0" marR="0" marT="0" marB="0">
                    <a:lnB w="6350">
                      <a:solidFill>
                        <a:srgbClr val="000000"/>
                      </a:solidFill>
                      <a:prstDash val="solid"/>
                    </a:lnB>
                  </a:tcPr>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1000">
                        <a:latin typeface="Times New Roman"/>
                        <a:cs typeface="Times New Roman"/>
                      </a:endParaRPr>
                    </a:p>
                  </a:txBody>
                  <a:tcPr marL="0" marR="0" marT="0" marB="0">
                    <a:lnB w="635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extLst>
                  <a:ext uri="{0D108BD9-81ED-4DB2-BD59-A6C34878D82A}">
                    <a16:rowId xmlns:a16="http://schemas.microsoft.com/office/drawing/2014/main" val="10004"/>
                  </a:ext>
                </a:extLst>
              </a:tr>
              <a:tr h="174625">
                <a:tc gridSpan="3">
                  <a:txBody>
                    <a:bodyPr/>
                    <a:lstStyle/>
                    <a:p>
                      <a:pPr marL="68580">
                        <a:lnSpc>
                          <a:spcPts val="1055"/>
                        </a:lnSpc>
                        <a:spcBef>
                          <a:spcPts val="220"/>
                        </a:spcBef>
                      </a:pPr>
                      <a:r>
                        <a:rPr sz="1100" b="1" spc="-110" dirty="0">
                          <a:latin typeface="MS Mincho"/>
                          <a:cs typeface="MS Mincho"/>
                        </a:rPr>
                        <a:t>生年月日</a:t>
                      </a:r>
                      <a:endParaRPr sz="1100">
                        <a:latin typeface="MS Mincho"/>
                        <a:cs typeface="MS Mincho"/>
                      </a:endParaRPr>
                    </a:p>
                  </a:txBody>
                  <a:tcPr marL="0" marR="0" marT="27940" marB="0">
                    <a:lnT w="6350">
                      <a:solidFill>
                        <a:srgbClr val="000000"/>
                      </a:solidFill>
                      <a:prstDash val="solid"/>
                    </a:lnT>
                  </a:tcPr>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1000">
                        <a:latin typeface="Times New Roman"/>
                        <a:cs typeface="Times New Roman"/>
                      </a:endParaRPr>
                    </a:p>
                  </a:txBody>
                  <a:tcPr marL="0" marR="0" marT="0" marB="0">
                    <a:lnT w="6350">
                      <a:solidFill>
                        <a:srgbClr val="000000"/>
                      </a:solidFill>
                      <a:prstDash val="solid"/>
                    </a:lnT>
                  </a:tcPr>
                </a:tc>
                <a:tc>
                  <a:txBody>
                    <a:bodyPr/>
                    <a:lstStyle/>
                    <a:p>
                      <a:pPr marR="3175">
                        <a:lnSpc>
                          <a:spcPct val="100000"/>
                        </a:lnSpc>
                      </a:pPr>
                      <a:endParaRPr sz="1000">
                        <a:latin typeface="Times New Roman"/>
                        <a:cs typeface="Times New Roman"/>
                      </a:endParaRPr>
                    </a:p>
                  </a:txBody>
                  <a:tcPr marL="0" marR="0" marT="0" marB="0">
                    <a:lnT w="6350">
                      <a:solidFill>
                        <a:srgbClr val="000000"/>
                      </a:solidFill>
                      <a:prstDash val="solid"/>
                    </a:lnT>
                  </a:tcPr>
                </a:tc>
                <a:tc>
                  <a:txBody>
                    <a:bodyPr/>
                    <a:lstStyle/>
                    <a:p>
                      <a:pPr>
                        <a:lnSpc>
                          <a:spcPct val="100000"/>
                        </a:lnSpc>
                      </a:pPr>
                      <a:endParaRPr sz="1000">
                        <a:latin typeface="Times New Roman"/>
                        <a:cs typeface="Times New Roman"/>
                      </a:endParaRPr>
                    </a:p>
                  </a:txBody>
                  <a:tcPr marL="0" marR="0" marT="0" marB="0">
                    <a:lnT w="6350">
                      <a:solidFill>
                        <a:srgbClr val="000000"/>
                      </a:solidFill>
                      <a:prstDash val="solid"/>
                    </a:lnT>
                  </a:tcPr>
                </a:tc>
                <a:tc>
                  <a:txBody>
                    <a:bodyPr/>
                    <a:lstStyle/>
                    <a:p>
                      <a:pPr>
                        <a:lnSpc>
                          <a:spcPct val="100000"/>
                        </a:lnSpc>
                      </a:pPr>
                      <a:endParaRPr sz="1000">
                        <a:latin typeface="Times New Roman"/>
                        <a:cs typeface="Times New Roman"/>
                      </a:endParaRPr>
                    </a:p>
                  </a:txBody>
                  <a:tcPr marL="0" marR="0" marT="0" marB="0">
                    <a:lnT w="6350">
                      <a:solidFill>
                        <a:srgbClr val="000000"/>
                      </a:solidFill>
                      <a:prstDash val="solid"/>
                    </a:lnT>
                  </a:tcPr>
                </a:tc>
                <a:tc>
                  <a:txBody>
                    <a:bodyPr/>
                    <a:lstStyle/>
                    <a:p>
                      <a:pPr>
                        <a:lnSpc>
                          <a:spcPct val="100000"/>
                        </a:lnSpc>
                      </a:pPr>
                      <a:endParaRPr sz="1000">
                        <a:latin typeface="Times New Roman"/>
                        <a:cs typeface="Times New Roman"/>
                      </a:endParaRPr>
                    </a:p>
                  </a:txBody>
                  <a:tcPr marL="0" marR="0" marT="0" marB="0">
                    <a:lnT w="6350">
                      <a:solidFill>
                        <a:srgbClr val="000000"/>
                      </a:solidFill>
                      <a:prstDash val="solid"/>
                    </a:lnT>
                  </a:tcPr>
                </a:tc>
                <a:tc gridSpan="2">
                  <a:txBody>
                    <a:bodyPr/>
                    <a:lstStyle/>
                    <a:p>
                      <a:pPr>
                        <a:lnSpc>
                          <a:spcPct val="100000"/>
                        </a:lnSpc>
                      </a:pPr>
                      <a:endParaRPr sz="1000">
                        <a:latin typeface="Times New Roman"/>
                        <a:cs typeface="Times New Roman"/>
                      </a:endParaRPr>
                    </a:p>
                  </a:txBody>
                  <a:tcPr marL="0" marR="0" marT="0" marB="0">
                    <a:lnT w="6350">
                      <a:solidFill>
                        <a:srgbClr val="000000"/>
                      </a:solidFill>
                      <a:prstDash val="solid"/>
                    </a:lnT>
                  </a:tcPr>
                </a:tc>
                <a:tc hMerge="1">
                  <a:txBody>
                    <a:bodyPr/>
                    <a:lstStyle/>
                    <a:p>
                      <a:endParaRPr/>
                    </a:p>
                  </a:txBody>
                  <a:tcPr marL="0" marR="0" marT="0" marB="0"/>
                </a:tc>
                <a:tc>
                  <a:txBody>
                    <a:bodyPr/>
                    <a:lstStyle/>
                    <a:p>
                      <a:pPr>
                        <a:lnSpc>
                          <a:spcPct val="100000"/>
                        </a:lnSpc>
                      </a:pPr>
                      <a:endParaRPr sz="1000">
                        <a:latin typeface="Times New Roman"/>
                        <a:cs typeface="Times New Roman"/>
                      </a:endParaRPr>
                    </a:p>
                  </a:txBody>
                  <a:tcPr marL="0" marR="0" marT="0" marB="0">
                    <a:lnT w="6350">
                      <a:solidFill>
                        <a:srgbClr val="000000"/>
                      </a:solidFill>
                      <a:prstDash val="solid"/>
                    </a:lnT>
                  </a:tcPr>
                </a:tc>
                <a:tc gridSpan="2">
                  <a:txBody>
                    <a:bodyPr/>
                    <a:lstStyle/>
                    <a:p>
                      <a:pPr marR="3175">
                        <a:lnSpc>
                          <a:spcPct val="100000"/>
                        </a:lnSpc>
                      </a:pPr>
                      <a:endParaRPr sz="1000">
                        <a:latin typeface="Times New Roman"/>
                        <a:cs typeface="Times New Roman"/>
                      </a:endParaRPr>
                    </a:p>
                  </a:txBody>
                  <a:tcPr marL="0" marR="0" marT="0" marB="0">
                    <a:lnT w="6350">
                      <a:solidFill>
                        <a:srgbClr val="000000"/>
                      </a:solidFill>
                      <a:prstDash val="solid"/>
                    </a:lnT>
                  </a:tcPr>
                </a:tc>
                <a:tc hMerge="1">
                  <a:txBody>
                    <a:bodyPr/>
                    <a:lstStyle/>
                    <a:p>
                      <a:endParaRPr/>
                    </a:p>
                  </a:txBody>
                  <a:tcPr marL="0" marR="0" marT="0" marB="0"/>
                </a:tc>
                <a:tc rowSpan="2" gridSpan="2">
                  <a:txBody>
                    <a:bodyPr/>
                    <a:lstStyle/>
                    <a:p>
                      <a:pPr marR="262890" algn="r">
                        <a:lnSpc>
                          <a:spcPct val="100000"/>
                        </a:lnSpc>
                        <a:spcBef>
                          <a:spcPts val="220"/>
                        </a:spcBef>
                      </a:pPr>
                      <a:r>
                        <a:rPr sz="1100" spc="-35" dirty="0">
                          <a:latin typeface="MS Mincho"/>
                          <a:cs typeface="MS Mincho"/>
                        </a:rPr>
                        <a:t>※性別</a:t>
                      </a:r>
                      <a:endParaRPr sz="1100">
                        <a:latin typeface="MS Mincho"/>
                        <a:cs typeface="MS Mincho"/>
                      </a:endParaRPr>
                    </a:p>
                    <a:p>
                      <a:pPr marR="262890" algn="r">
                        <a:lnSpc>
                          <a:spcPct val="100000"/>
                        </a:lnSpc>
                        <a:spcBef>
                          <a:spcPts val="480"/>
                        </a:spcBef>
                      </a:pPr>
                      <a:r>
                        <a:rPr sz="1100" spc="-50" dirty="0">
                          <a:latin typeface="MS Mincho"/>
                          <a:cs typeface="MS Mincho"/>
                        </a:rPr>
                        <a:t>男</a:t>
                      </a:r>
                      <a:endParaRPr sz="1100">
                        <a:latin typeface="MS Mincho"/>
                        <a:cs typeface="MS Mincho"/>
                      </a:endParaRPr>
                    </a:p>
                  </a:txBody>
                  <a:tcPr marL="0" marR="0" marT="27940" marB="0">
                    <a:lnT w="6350">
                      <a:solidFill>
                        <a:srgbClr val="000000"/>
                      </a:solidFill>
                      <a:prstDash val="solid"/>
                    </a:lnT>
                  </a:tcPr>
                </a:tc>
                <a:tc rowSpan="2" hMerge="1">
                  <a:txBody>
                    <a:bodyPr/>
                    <a:lstStyle/>
                    <a:p>
                      <a:endParaRPr/>
                    </a:p>
                  </a:txBody>
                  <a:tcPr marL="0" marR="0" marT="0" marB="0"/>
                </a:tc>
                <a:tc rowSpan="2">
                  <a:txBody>
                    <a:bodyPr/>
                    <a:lstStyle/>
                    <a:p>
                      <a:pPr>
                        <a:lnSpc>
                          <a:spcPct val="100000"/>
                        </a:lnSpc>
                      </a:pPr>
                      <a:endParaRPr sz="1000">
                        <a:latin typeface="Times New Roman"/>
                        <a:cs typeface="Times New Roman"/>
                      </a:endParaRPr>
                    </a:p>
                  </a:txBody>
                  <a:tcPr marL="0" marR="0" marT="0" marB="0">
                    <a:lnT w="6350">
                      <a:solidFill>
                        <a:srgbClr val="000000"/>
                      </a:solidFill>
                      <a:prstDash val="solid"/>
                    </a:lnT>
                  </a:tcPr>
                </a:tc>
                <a:tc rowSpan="2">
                  <a:txBody>
                    <a:bodyPr/>
                    <a:lstStyle/>
                    <a:p>
                      <a:pPr>
                        <a:lnSpc>
                          <a:spcPct val="100000"/>
                        </a:lnSpc>
                      </a:pPr>
                      <a:endParaRPr sz="1000">
                        <a:latin typeface="Times New Roman"/>
                        <a:cs typeface="Times New Roman"/>
                      </a:endParaRPr>
                    </a:p>
                  </a:txBody>
                  <a:tcPr marL="0" marR="0" marT="0" marB="0"/>
                </a:tc>
                <a:tc rowSpan="2">
                  <a:txBody>
                    <a:bodyPr/>
                    <a:lstStyle/>
                    <a:p>
                      <a:pPr>
                        <a:lnSpc>
                          <a:spcPct val="100000"/>
                        </a:lnSpc>
                      </a:pPr>
                      <a:endParaRPr sz="1000">
                        <a:latin typeface="Times New Roman"/>
                        <a:cs typeface="Times New Roman"/>
                      </a:endParaRPr>
                    </a:p>
                  </a:txBody>
                  <a:tcPr marL="0" marR="0" marT="0" marB="0"/>
                </a:tc>
                <a:tc rowSpan="2">
                  <a:txBody>
                    <a:bodyPr/>
                    <a:lstStyle/>
                    <a:p>
                      <a:pPr>
                        <a:lnSpc>
                          <a:spcPct val="100000"/>
                        </a:lnSpc>
                      </a:pPr>
                      <a:endParaRPr sz="1000">
                        <a:latin typeface="Times New Roman"/>
                        <a:cs typeface="Times New Roman"/>
                      </a:endParaRPr>
                    </a:p>
                  </a:txBody>
                  <a:tcPr marL="0" marR="0" marT="0" marB="0"/>
                </a:tc>
                <a:extLst>
                  <a:ext uri="{0D108BD9-81ED-4DB2-BD59-A6C34878D82A}">
                    <a16:rowId xmlns:a16="http://schemas.microsoft.com/office/drawing/2014/main" val="10005"/>
                  </a:ext>
                </a:extLst>
              </a:tr>
              <a:tr h="288290">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marL="14604">
                        <a:lnSpc>
                          <a:spcPts val="1095"/>
                        </a:lnSpc>
                      </a:pPr>
                      <a:r>
                        <a:rPr sz="1100" spc="-20" dirty="0">
                          <a:latin typeface="Century"/>
                          <a:cs typeface="Century"/>
                        </a:rPr>
                        <a:t>2004</a:t>
                      </a:r>
                      <a:endParaRPr sz="1100">
                        <a:latin typeface="Century"/>
                        <a:cs typeface="Century"/>
                      </a:endParaRPr>
                    </a:p>
                  </a:txBody>
                  <a:tcPr marL="0" marR="0" marT="0" marB="0"/>
                </a:tc>
                <a:tc>
                  <a:txBody>
                    <a:bodyPr/>
                    <a:lstStyle/>
                    <a:p>
                      <a:pPr marL="12065">
                        <a:lnSpc>
                          <a:spcPts val="1065"/>
                        </a:lnSpc>
                      </a:pPr>
                      <a:r>
                        <a:rPr sz="1100" b="1" spc="-50" dirty="0">
                          <a:latin typeface="MS Mincho"/>
                          <a:cs typeface="MS Mincho"/>
                        </a:rPr>
                        <a:t>年</a:t>
                      </a:r>
                      <a:endParaRPr sz="1100">
                        <a:latin typeface="MS Mincho"/>
                        <a:cs typeface="MS Mincho"/>
                      </a:endParaRPr>
                    </a:p>
                  </a:txBody>
                  <a:tcPr marL="0" marR="0" marT="0" marB="0"/>
                </a:tc>
                <a:tc>
                  <a:txBody>
                    <a:bodyPr/>
                    <a:lstStyle/>
                    <a:p>
                      <a:pPr marL="127635" marR="3175">
                        <a:lnSpc>
                          <a:spcPts val="1095"/>
                        </a:lnSpc>
                      </a:pPr>
                      <a:r>
                        <a:rPr sz="1100" spc="-25" dirty="0">
                          <a:latin typeface="Century"/>
                          <a:cs typeface="Century"/>
                        </a:rPr>
                        <a:t>11</a:t>
                      </a:r>
                      <a:endParaRPr sz="1100">
                        <a:latin typeface="Century"/>
                        <a:cs typeface="Century"/>
                      </a:endParaRPr>
                    </a:p>
                  </a:txBody>
                  <a:tcPr marL="0" marR="0" marT="0" marB="0"/>
                </a:tc>
                <a:tc>
                  <a:txBody>
                    <a:bodyPr/>
                    <a:lstStyle/>
                    <a:p>
                      <a:pPr>
                        <a:lnSpc>
                          <a:spcPts val="1065"/>
                        </a:lnSpc>
                      </a:pPr>
                      <a:r>
                        <a:rPr sz="1100" b="1" spc="-50" dirty="0">
                          <a:latin typeface="MS Mincho"/>
                          <a:cs typeface="MS Mincho"/>
                        </a:rPr>
                        <a:t>月</a:t>
                      </a:r>
                      <a:endParaRPr sz="1100">
                        <a:latin typeface="MS Mincho"/>
                        <a:cs typeface="MS Mincho"/>
                      </a:endParaRPr>
                    </a:p>
                  </a:txBody>
                  <a:tcPr marL="0" marR="0" marT="0" marB="0"/>
                </a:tc>
                <a:tc>
                  <a:txBody>
                    <a:bodyPr/>
                    <a:lstStyle/>
                    <a:p>
                      <a:pPr marL="69850">
                        <a:lnSpc>
                          <a:spcPts val="1095"/>
                        </a:lnSpc>
                      </a:pPr>
                      <a:r>
                        <a:rPr sz="1100" spc="-25" dirty="0">
                          <a:latin typeface="Century"/>
                          <a:cs typeface="Century"/>
                        </a:rPr>
                        <a:t>24</a:t>
                      </a:r>
                      <a:endParaRPr sz="1100">
                        <a:latin typeface="Century"/>
                        <a:cs typeface="Century"/>
                      </a:endParaRPr>
                    </a:p>
                  </a:txBody>
                  <a:tcPr marL="0" marR="0" marT="0" marB="0"/>
                </a:tc>
                <a:tc>
                  <a:txBody>
                    <a:bodyPr/>
                    <a:lstStyle/>
                    <a:p>
                      <a:pPr>
                        <a:lnSpc>
                          <a:spcPts val="1065"/>
                        </a:lnSpc>
                      </a:pPr>
                      <a:r>
                        <a:rPr sz="1100" b="1" spc="-25" dirty="0">
                          <a:latin typeface="MS Mincho"/>
                          <a:cs typeface="MS Mincho"/>
                        </a:rPr>
                        <a:t>日生</a:t>
                      </a:r>
                      <a:endParaRPr sz="1100" dirty="0">
                        <a:latin typeface="MS Mincho"/>
                        <a:cs typeface="MS Mincho"/>
                      </a:endParaRPr>
                    </a:p>
                  </a:txBody>
                  <a:tcPr marL="0" marR="0" marT="0" marB="0"/>
                </a:tc>
                <a:tc gridSpan="2">
                  <a:txBody>
                    <a:bodyPr/>
                    <a:lstStyle/>
                    <a:p>
                      <a:pPr marL="104139">
                        <a:lnSpc>
                          <a:spcPts val="1065"/>
                        </a:lnSpc>
                      </a:pPr>
                      <a:r>
                        <a:rPr sz="1100" b="1" spc="-25" dirty="0">
                          <a:latin typeface="MS Mincho"/>
                          <a:cs typeface="MS Mincho"/>
                        </a:rPr>
                        <a:t>(満</a:t>
                      </a:r>
                      <a:endParaRPr sz="1100">
                        <a:latin typeface="MS Mincho"/>
                        <a:cs typeface="MS Mincho"/>
                      </a:endParaRPr>
                    </a:p>
                  </a:txBody>
                  <a:tcPr marL="0" marR="0" marT="0" marB="0"/>
                </a:tc>
                <a:tc hMerge="1">
                  <a:txBody>
                    <a:bodyPr/>
                    <a:lstStyle/>
                    <a:p>
                      <a:endParaRPr/>
                    </a:p>
                  </a:txBody>
                  <a:tcPr marL="0" marR="0" marT="0" marB="0"/>
                </a:tc>
                <a:tc>
                  <a:txBody>
                    <a:bodyPr/>
                    <a:lstStyle/>
                    <a:p>
                      <a:pPr marL="11430">
                        <a:lnSpc>
                          <a:spcPts val="1095"/>
                        </a:lnSpc>
                      </a:pPr>
                      <a:r>
                        <a:rPr sz="1100" spc="-25" dirty="0">
                          <a:latin typeface="Century"/>
                          <a:cs typeface="Century"/>
                        </a:rPr>
                        <a:t>20</a:t>
                      </a:r>
                      <a:endParaRPr sz="1100">
                        <a:latin typeface="Century"/>
                        <a:cs typeface="Century"/>
                      </a:endParaRPr>
                    </a:p>
                  </a:txBody>
                  <a:tcPr marL="0" marR="0" marT="0" marB="0"/>
                </a:tc>
                <a:tc gridSpan="2">
                  <a:txBody>
                    <a:bodyPr/>
                    <a:lstStyle/>
                    <a:p>
                      <a:pPr marL="22860" marR="3175">
                        <a:lnSpc>
                          <a:spcPts val="1065"/>
                        </a:lnSpc>
                      </a:pPr>
                      <a:r>
                        <a:rPr sz="1100" b="1" spc="-25" dirty="0">
                          <a:latin typeface="MS Mincho"/>
                          <a:cs typeface="MS Mincho"/>
                        </a:rPr>
                        <a:t>歳)</a:t>
                      </a:r>
                      <a:endParaRPr sz="1100">
                        <a:latin typeface="MS Mincho"/>
                        <a:cs typeface="MS Mincho"/>
                      </a:endParaRPr>
                    </a:p>
                  </a:txBody>
                  <a:tcPr marL="0" marR="0" marT="0" marB="0"/>
                </a:tc>
                <a:tc hMerge="1">
                  <a:txBody>
                    <a:bodyPr/>
                    <a:lstStyle/>
                    <a:p>
                      <a:endParaRPr/>
                    </a:p>
                  </a:txBody>
                  <a:tcPr marL="0" marR="0" marT="0" marB="0"/>
                </a:tc>
                <a:tc gridSpan="2" vMerge="1">
                  <a:txBody>
                    <a:bodyPr/>
                    <a:lstStyle/>
                    <a:p>
                      <a:endParaRPr/>
                    </a:p>
                  </a:txBody>
                  <a:tcPr marL="0" marR="0" marT="27940" marB="0">
                    <a:lnT w="6350">
                      <a:solidFill>
                        <a:srgbClr val="000000"/>
                      </a:solidFill>
                      <a:prstDash val="solid"/>
                    </a:lnT>
                  </a:tcPr>
                </a:tc>
                <a:tc hMerge="1" vMerge="1">
                  <a:txBody>
                    <a:bodyPr/>
                    <a:lstStyle/>
                    <a:p>
                      <a:endParaRPr/>
                    </a:p>
                  </a:txBody>
                  <a:tcPr marL="0" marR="0" marT="0" marB="0"/>
                </a:tc>
                <a:tc vMerge="1">
                  <a:txBody>
                    <a:bodyPr/>
                    <a:lstStyle/>
                    <a:p>
                      <a:endParaRPr/>
                    </a:p>
                  </a:txBody>
                  <a:tcPr marL="0" marR="0" marT="0" marB="0">
                    <a:lnT w="6350">
                      <a:solidFill>
                        <a:srgbClr val="000000"/>
                      </a:solidFill>
                      <a:prstDash val="solid"/>
                    </a:lnT>
                  </a:tcPr>
                </a:tc>
                <a:tc vMerge="1">
                  <a:txBody>
                    <a:bodyPr/>
                    <a:lstStyle/>
                    <a:p>
                      <a:endParaRPr/>
                    </a:p>
                  </a:txBody>
                  <a:tcPr marL="0" marR="0" marT="0" marB="0"/>
                </a:tc>
                <a:tc vMerge="1">
                  <a:txBody>
                    <a:bodyPr/>
                    <a:lstStyle/>
                    <a:p>
                      <a:endParaRPr/>
                    </a:p>
                  </a:txBody>
                  <a:tcPr marL="0" marR="0" marT="0" marB="0"/>
                </a:tc>
                <a:tc vMerge="1">
                  <a:txBody>
                    <a:bodyPr/>
                    <a:lstStyle/>
                    <a:p>
                      <a:endParaRPr/>
                    </a:p>
                  </a:txBody>
                  <a:tcPr marL="0" marR="0" marT="0" marB="0"/>
                </a:tc>
                <a:extLst>
                  <a:ext uri="{0D108BD9-81ED-4DB2-BD59-A6C34878D82A}">
                    <a16:rowId xmlns:a16="http://schemas.microsoft.com/office/drawing/2014/main" val="10006"/>
                  </a:ext>
                </a:extLst>
              </a:tr>
              <a:tr h="264795">
                <a:tc>
                  <a:txBody>
                    <a:bodyPr/>
                    <a:lstStyle/>
                    <a:p>
                      <a:pPr marL="68580">
                        <a:lnSpc>
                          <a:spcPct val="100000"/>
                        </a:lnSpc>
                        <a:spcBef>
                          <a:spcPts val="365"/>
                        </a:spcBef>
                      </a:pPr>
                      <a:r>
                        <a:rPr sz="1100" b="1" spc="-110" dirty="0">
                          <a:latin typeface="MS Mincho"/>
                          <a:cs typeface="MS Mincho"/>
                        </a:rPr>
                        <a:t>ふりがな</a:t>
                      </a:r>
                      <a:endParaRPr sz="1100">
                        <a:latin typeface="MS Mincho"/>
                        <a:cs typeface="MS Mincho"/>
                      </a:endParaRPr>
                    </a:p>
                  </a:txBody>
                  <a:tcPr marL="0" marR="0" marT="46355" marB="0"/>
                </a:tc>
                <a:tc gridSpan="10">
                  <a:txBody>
                    <a:bodyPr/>
                    <a:lstStyle/>
                    <a:p>
                      <a:pPr marL="71120">
                        <a:lnSpc>
                          <a:spcPct val="100000"/>
                        </a:lnSpc>
                        <a:spcBef>
                          <a:spcPts val="365"/>
                        </a:spcBef>
                      </a:pPr>
                      <a:r>
                        <a:rPr sz="1100" spc="-25" dirty="0">
                          <a:latin typeface="MS Mincho"/>
                          <a:cs typeface="MS Mincho"/>
                        </a:rPr>
                        <a:t>さがけんみやきぐんきやまちょうながの</a:t>
                      </a:r>
                      <a:endParaRPr sz="1100" dirty="0">
                        <a:latin typeface="MS Mincho"/>
                        <a:cs typeface="MS Mincho"/>
                      </a:endParaRPr>
                    </a:p>
                  </a:txBody>
                  <a:tcPr marL="0" marR="0" marT="46355"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2">
                  <a:txBody>
                    <a:bodyPr/>
                    <a:lstStyle/>
                    <a:p>
                      <a:pPr marR="3175">
                        <a:lnSpc>
                          <a:spcPct val="100000"/>
                        </a:lnSpc>
                      </a:pPr>
                      <a:endParaRPr sz="1000">
                        <a:latin typeface="Times New Roman"/>
                        <a:cs typeface="Times New Roman"/>
                      </a:endParaRPr>
                    </a:p>
                  </a:txBody>
                  <a:tcPr marL="0" marR="0" marT="0" marB="0"/>
                </a:tc>
                <a:tc hMerge="1">
                  <a:txBody>
                    <a:bodyPr/>
                    <a:lstStyle/>
                    <a:p>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marR="3175">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extLst>
                  <a:ext uri="{0D108BD9-81ED-4DB2-BD59-A6C34878D82A}">
                    <a16:rowId xmlns:a16="http://schemas.microsoft.com/office/drawing/2014/main" val="10007"/>
                  </a:ext>
                </a:extLst>
              </a:tr>
              <a:tr h="297815">
                <a:tc>
                  <a:txBody>
                    <a:bodyPr/>
                    <a:lstStyle/>
                    <a:p>
                      <a:pPr marL="68580">
                        <a:lnSpc>
                          <a:spcPct val="100000"/>
                        </a:lnSpc>
                        <a:spcBef>
                          <a:spcPts val="220"/>
                        </a:spcBef>
                      </a:pPr>
                      <a:r>
                        <a:rPr sz="1100" b="1" spc="-110" dirty="0">
                          <a:latin typeface="MS Mincho"/>
                          <a:cs typeface="MS Mincho"/>
                        </a:rPr>
                        <a:t>現住所〒</a:t>
                      </a:r>
                      <a:endParaRPr sz="1100">
                        <a:latin typeface="MS Mincho"/>
                        <a:cs typeface="MS Mincho"/>
                      </a:endParaRPr>
                    </a:p>
                  </a:txBody>
                  <a:tcPr marL="0" marR="0" marT="27940" marB="0"/>
                </a:tc>
                <a:tc>
                  <a:txBody>
                    <a:bodyPr/>
                    <a:lstStyle/>
                    <a:p>
                      <a:pPr>
                        <a:lnSpc>
                          <a:spcPct val="100000"/>
                        </a:lnSpc>
                      </a:pPr>
                      <a:endParaRPr sz="1000">
                        <a:latin typeface="Times New Roman"/>
                        <a:cs typeface="Times New Roman"/>
                      </a:endParaRPr>
                    </a:p>
                  </a:txBody>
                  <a:tcPr marL="0" marR="0" marT="0" marB="0"/>
                </a:tc>
                <a:tc>
                  <a:txBody>
                    <a:bodyPr/>
                    <a:lstStyle/>
                    <a:p>
                      <a:pPr marL="53340">
                        <a:lnSpc>
                          <a:spcPct val="100000"/>
                        </a:lnSpc>
                        <a:spcBef>
                          <a:spcPts val="340"/>
                        </a:spcBef>
                      </a:pPr>
                      <a:r>
                        <a:rPr sz="1100" spc="-25" dirty="0">
                          <a:latin typeface="Century"/>
                          <a:cs typeface="Century"/>
                        </a:rPr>
                        <a:t>841</a:t>
                      </a:r>
                      <a:endParaRPr sz="1100">
                        <a:latin typeface="Century"/>
                        <a:cs typeface="Century"/>
                      </a:endParaRPr>
                    </a:p>
                  </a:txBody>
                  <a:tcPr marL="0" marR="0" marT="43180" marB="0"/>
                </a:tc>
                <a:tc>
                  <a:txBody>
                    <a:bodyPr/>
                    <a:lstStyle/>
                    <a:p>
                      <a:pPr marL="12065">
                        <a:lnSpc>
                          <a:spcPct val="100000"/>
                        </a:lnSpc>
                        <a:spcBef>
                          <a:spcPts val="310"/>
                        </a:spcBef>
                      </a:pPr>
                      <a:r>
                        <a:rPr sz="1100" spc="-50" dirty="0">
                          <a:latin typeface="MS Mincho"/>
                          <a:cs typeface="MS Mincho"/>
                        </a:rPr>
                        <a:t>―</a:t>
                      </a:r>
                      <a:endParaRPr sz="1100">
                        <a:latin typeface="MS Mincho"/>
                        <a:cs typeface="MS Mincho"/>
                      </a:endParaRPr>
                    </a:p>
                  </a:txBody>
                  <a:tcPr marL="0" marR="0" marT="39370" marB="0"/>
                </a:tc>
                <a:tc>
                  <a:txBody>
                    <a:bodyPr/>
                    <a:lstStyle/>
                    <a:p>
                      <a:pPr marL="53975">
                        <a:lnSpc>
                          <a:spcPct val="100000"/>
                        </a:lnSpc>
                        <a:spcBef>
                          <a:spcPts val="340"/>
                        </a:spcBef>
                      </a:pPr>
                      <a:r>
                        <a:rPr sz="1100" spc="-20" dirty="0">
                          <a:latin typeface="Century"/>
                          <a:cs typeface="Century"/>
                        </a:rPr>
                        <a:t>0202</a:t>
                      </a:r>
                      <a:endParaRPr sz="1100">
                        <a:latin typeface="Century"/>
                        <a:cs typeface="Century"/>
                      </a:endParaRPr>
                    </a:p>
                  </a:txBody>
                  <a:tcPr marL="0" marR="0" marT="4318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gridSpan="2">
                  <a:txBody>
                    <a:bodyPr/>
                    <a:lstStyle/>
                    <a:p>
                      <a:pPr marR="3175">
                        <a:lnSpc>
                          <a:spcPct val="100000"/>
                        </a:lnSpc>
                      </a:pPr>
                      <a:endParaRPr sz="1000">
                        <a:latin typeface="Times New Roman"/>
                        <a:cs typeface="Times New Roman"/>
                      </a:endParaRPr>
                    </a:p>
                  </a:txBody>
                  <a:tcPr marL="0" marR="0" marT="0" marB="0"/>
                </a:tc>
                <a:tc hMerge="1">
                  <a:txBody>
                    <a:bodyPr/>
                    <a:lstStyle/>
                    <a:p>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marR="3175">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extLst>
                  <a:ext uri="{0D108BD9-81ED-4DB2-BD59-A6C34878D82A}">
                    <a16:rowId xmlns:a16="http://schemas.microsoft.com/office/drawing/2014/main" val="10008"/>
                  </a:ext>
                </a:extLst>
              </a:tr>
              <a:tr h="316865">
                <a:tc gridSpan="19">
                  <a:txBody>
                    <a:bodyPr/>
                    <a:lstStyle/>
                    <a:p>
                      <a:pPr marL="68580">
                        <a:lnSpc>
                          <a:spcPct val="100000"/>
                        </a:lnSpc>
                        <a:spcBef>
                          <a:spcPts val="515"/>
                        </a:spcBef>
                      </a:pPr>
                      <a:r>
                        <a:rPr sz="1100" spc="-35" dirty="0">
                          <a:latin typeface="MS Mincho"/>
                          <a:cs typeface="MS Mincho"/>
                        </a:rPr>
                        <a:t>佐賀県三養基郡基山町長野 </a:t>
                      </a:r>
                      <a:r>
                        <a:rPr sz="1100" spc="-10" dirty="0">
                          <a:latin typeface="MS Mincho"/>
                          <a:cs typeface="MS Mincho"/>
                        </a:rPr>
                        <a:t>1121-</a:t>
                      </a:r>
                      <a:r>
                        <a:rPr sz="1100" spc="-25" dirty="0">
                          <a:latin typeface="MS Mincho"/>
                          <a:cs typeface="MS Mincho"/>
                        </a:rPr>
                        <a:t>131</a:t>
                      </a:r>
                      <a:endParaRPr sz="1100" dirty="0">
                        <a:latin typeface="MS Mincho"/>
                        <a:cs typeface="MS Mincho"/>
                      </a:endParaRPr>
                    </a:p>
                  </a:txBody>
                  <a:tcPr marL="0" marR="0" marT="65405"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9"/>
                  </a:ext>
                </a:extLst>
              </a:tr>
              <a:tr h="290830">
                <a:tc>
                  <a:txBody>
                    <a:bodyPr/>
                    <a:lstStyle/>
                    <a:p>
                      <a:pPr algn="r">
                        <a:lnSpc>
                          <a:spcPct val="100000"/>
                        </a:lnSpc>
                        <a:spcBef>
                          <a:spcPts val="570"/>
                        </a:spcBef>
                        <a:tabLst>
                          <a:tab pos="418465" algn="l"/>
                        </a:tabLst>
                      </a:pPr>
                      <a:r>
                        <a:rPr sz="1100" b="1" spc="-50" dirty="0">
                          <a:latin typeface="MS Mincho"/>
                          <a:cs typeface="MS Mincho"/>
                        </a:rPr>
                        <a:t>電</a:t>
                      </a:r>
                      <a:r>
                        <a:rPr sz="1100" b="1" dirty="0">
                          <a:latin typeface="MS Mincho"/>
                          <a:cs typeface="MS Mincho"/>
                        </a:rPr>
                        <a:t>	</a:t>
                      </a:r>
                      <a:r>
                        <a:rPr sz="1100" b="1" spc="-50" dirty="0">
                          <a:latin typeface="MS Mincho"/>
                          <a:cs typeface="MS Mincho"/>
                        </a:rPr>
                        <a:t>話</a:t>
                      </a:r>
                      <a:endParaRPr sz="1100">
                        <a:latin typeface="MS Mincho"/>
                        <a:cs typeface="MS Mincho"/>
                      </a:endParaRPr>
                    </a:p>
                  </a:txBody>
                  <a:tcPr marL="0" marR="0" marT="7239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marL="53975" marR="3175">
                        <a:lnSpc>
                          <a:spcPct val="100000"/>
                        </a:lnSpc>
                        <a:spcBef>
                          <a:spcPts val="570"/>
                        </a:spcBef>
                      </a:pPr>
                      <a:r>
                        <a:rPr sz="1100" b="1" spc="-50" dirty="0">
                          <a:latin typeface="MS Mincho"/>
                          <a:cs typeface="MS Mincho"/>
                        </a:rPr>
                        <a:t>(</a:t>
                      </a:r>
                      <a:endParaRPr sz="1100">
                        <a:latin typeface="MS Mincho"/>
                        <a:cs typeface="MS Mincho"/>
                      </a:endParaRPr>
                    </a:p>
                  </a:txBody>
                  <a:tcPr marL="0" marR="0" marT="72390" marB="0"/>
                </a:tc>
                <a:tc>
                  <a:txBody>
                    <a:bodyPr/>
                    <a:lstStyle/>
                    <a:p>
                      <a:pPr>
                        <a:lnSpc>
                          <a:spcPct val="100000"/>
                        </a:lnSpc>
                      </a:pPr>
                      <a:endParaRPr sz="1000">
                        <a:latin typeface="Times New Roman"/>
                        <a:cs typeface="Times New Roman"/>
                      </a:endParaRPr>
                    </a:p>
                  </a:txBody>
                  <a:tcPr marL="0" marR="0" marT="0" marB="0"/>
                </a:tc>
                <a:tc>
                  <a:txBody>
                    <a:bodyPr/>
                    <a:lstStyle/>
                    <a:p>
                      <a:pPr marL="221615">
                        <a:lnSpc>
                          <a:spcPct val="100000"/>
                        </a:lnSpc>
                        <a:spcBef>
                          <a:spcPts val="570"/>
                        </a:spcBef>
                      </a:pPr>
                      <a:r>
                        <a:rPr sz="1100" b="1" spc="-50" dirty="0">
                          <a:latin typeface="MS Mincho"/>
                          <a:cs typeface="MS Mincho"/>
                        </a:rPr>
                        <a:t>)</a:t>
                      </a:r>
                      <a:endParaRPr sz="1100">
                        <a:latin typeface="MS Mincho"/>
                        <a:cs typeface="MS Mincho"/>
                      </a:endParaRPr>
                    </a:p>
                  </a:txBody>
                  <a:tcPr marL="0" marR="0" marT="7239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gridSpan="3">
                  <a:txBody>
                    <a:bodyPr/>
                    <a:lstStyle/>
                    <a:p>
                      <a:pPr marL="153670">
                        <a:lnSpc>
                          <a:spcPct val="100000"/>
                        </a:lnSpc>
                        <a:spcBef>
                          <a:spcPts val="570"/>
                        </a:spcBef>
                      </a:pPr>
                      <a:r>
                        <a:rPr sz="1100" b="1" spc="-15" dirty="0">
                          <a:latin typeface="MS Mincho"/>
                          <a:cs typeface="MS Mincho"/>
                        </a:rPr>
                        <a:t>携帯電話</a:t>
                      </a:r>
                      <a:endParaRPr sz="1100">
                        <a:latin typeface="MS Mincho"/>
                        <a:cs typeface="MS Mincho"/>
                      </a:endParaRPr>
                    </a:p>
                  </a:txBody>
                  <a:tcPr marL="0" marR="0" marT="72390" marB="0"/>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marL="25400" marR="3175">
                        <a:lnSpc>
                          <a:spcPct val="100000"/>
                        </a:lnSpc>
                        <a:spcBef>
                          <a:spcPts val="570"/>
                        </a:spcBef>
                      </a:pPr>
                      <a:r>
                        <a:rPr sz="1100" spc="-25" dirty="0">
                          <a:latin typeface="MS Mincho"/>
                          <a:cs typeface="MS Mincho"/>
                        </a:rPr>
                        <a:t>090</a:t>
                      </a:r>
                      <a:endParaRPr sz="1100">
                        <a:latin typeface="MS Mincho"/>
                        <a:cs typeface="MS Mincho"/>
                      </a:endParaRPr>
                    </a:p>
                  </a:txBody>
                  <a:tcPr marL="0" marR="0" marT="72390" marB="0"/>
                </a:tc>
                <a:tc>
                  <a:txBody>
                    <a:bodyPr/>
                    <a:lstStyle/>
                    <a:p>
                      <a:pPr>
                        <a:lnSpc>
                          <a:spcPct val="100000"/>
                        </a:lnSpc>
                        <a:spcBef>
                          <a:spcPts val="570"/>
                        </a:spcBef>
                      </a:pPr>
                      <a:r>
                        <a:rPr sz="1100" spc="-50" dirty="0">
                          <a:latin typeface="MS Mincho"/>
                          <a:cs typeface="MS Mincho"/>
                        </a:rPr>
                        <a:t>(</a:t>
                      </a:r>
                      <a:endParaRPr sz="1100">
                        <a:latin typeface="MS Mincho"/>
                        <a:cs typeface="MS Mincho"/>
                      </a:endParaRPr>
                    </a:p>
                  </a:txBody>
                  <a:tcPr marL="0" marR="0" marT="72390" marB="0"/>
                </a:tc>
                <a:tc>
                  <a:txBody>
                    <a:bodyPr/>
                    <a:lstStyle/>
                    <a:p>
                      <a:pPr marL="163830">
                        <a:lnSpc>
                          <a:spcPct val="100000"/>
                        </a:lnSpc>
                        <a:spcBef>
                          <a:spcPts val="570"/>
                        </a:spcBef>
                      </a:pPr>
                      <a:r>
                        <a:rPr sz="1100" spc="-20" dirty="0">
                          <a:latin typeface="MS Mincho"/>
                          <a:cs typeface="MS Mincho"/>
                        </a:rPr>
                        <a:t>8227</a:t>
                      </a:r>
                      <a:endParaRPr sz="1100">
                        <a:latin typeface="MS Mincho"/>
                        <a:cs typeface="MS Mincho"/>
                      </a:endParaRPr>
                    </a:p>
                  </a:txBody>
                  <a:tcPr marL="0" marR="0" marT="72390" marB="0"/>
                </a:tc>
                <a:tc>
                  <a:txBody>
                    <a:bodyPr/>
                    <a:lstStyle/>
                    <a:p>
                      <a:pPr marL="99695">
                        <a:lnSpc>
                          <a:spcPct val="100000"/>
                        </a:lnSpc>
                        <a:spcBef>
                          <a:spcPts val="570"/>
                        </a:spcBef>
                      </a:pPr>
                      <a:r>
                        <a:rPr sz="1100" spc="-50" dirty="0">
                          <a:latin typeface="MS Mincho"/>
                          <a:cs typeface="MS Mincho"/>
                        </a:rPr>
                        <a:t>)</a:t>
                      </a:r>
                      <a:endParaRPr sz="1100">
                        <a:latin typeface="MS Mincho"/>
                        <a:cs typeface="MS Mincho"/>
                      </a:endParaRPr>
                    </a:p>
                  </a:txBody>
                  <a:tcPr marL="0" marR="0" marT="72390" marB="0"/>
                </a:tc>
                <a:tc>
                  <a:txBody>
                    <a:bodyPr/>
                    <a:lstStyle/>
                    <a:p>
                      <a:pPr marL="34925">
                        <a:lnSpc>
                          <a:spcPct val="100000"/>
                        </a:lnSpc>
                        <a:spcBef>
                          <a:spcPts val="570"/>
                        </a:spcBef>
                      </a:pPr>
                      <a:r>
                        <a:rPr sz="1100" spc="-20" dirty="0">
                          <a:latin typeface="MS Mincho"/>
                          <a:cs typeface="MS Mincho"/>
                        </a:rPr>
                        <a:t>1955</a:t>
                      </a:r>
                      <a:endParaRPr sz="1100">
                        <a:latin typeface="MS Mincho"/>
                        <a:cs typeface="MS Mincho"/>
                      </a:endParaRPr>
                    </a:p>
                  </a:txBody>
                  <a:tcPr marL="0" marR="0" marT="72390" marB="0"/>
                </a:tc>
                <a:extLst>
                  <a:ext uri="{0D108BD9-81ED-4DB2-BD59-A6C34878D82A}">
                    <a16:rowId xmlns:a16="http://schemas.microsoft.com/office/drawing/2014/main" val="10010"/>
                  </a:ext>
                </a:extLst>
              </a:tr>
              <a:tr h="268605">
                <a:tc>
                  <a:txBody>
                    <a:bodyPr/>
                    <a:lstStyle/>
                    <a:p>
                      <a:pPr marR="635" algn="r">
                        <a:lnSpc>
                          <a:spcPct val="100000"/>
                        </a:lnSpc>
                        <a:spcBef>
                          <a:spcPts val="219"/>
                        </a:spcBef>
                      </a:pPr>
                      <a:r>
                        <a:rPr sz="1100" b="1" dirty="0">
                          <a:latin typeface="MS Mincho"/>
                          <a:cs typeface="MS Mincho"/>
                        </a:rPr>
                        <a:t>E</a:t>
                      </a:r>
                      <a:r>
                        <a:rPr sz="1100" b="1" spc="-340" dirty="0">
                          <a:latin typeface="MS Mincho"/>
                          <a:cs typeface="MS Mincho"/>
                        </a:rPr>
                        <a:t> </a:t>
                      </a:r>
                      <a:r>
                        <a:rPr sz="1100" b="1" dirty="0">
                          <a:latin typeface="MS Mincho"/>
                          <a:cs typeface="MS Mincho"/>
                        </a:rPr>
                        <a:t>-</a:t>
                      </a:r>
                      <a:r>
                        <a:rPr sz="1100" b="1" spc="-345" dirty="0">
                          <a:latin typeface="MS Mincho"/>
                          <a:cs typeface="MS Mincho"/>
                        </a:rPr>
                        <a:t> </a:t>
                      </a:r>
                      <a:r>
                        <a:rPr sz="1100" b="1" dirty="0">
                          <a:latin typeface="MS Mincho"/>
                          <a:cs typeface="MS Mincho"/>
                        </a:rPr>
                        <a:t>m</a:t>
                      </a:r>
                      <a:r>
                        <a:rPr sz="1100" b="1" spc="-340" dirty="0">
                          <a:latin typeface="MS Mincho"/>
                          <a:cs typeface="MS Mincho"/>
                        </a:rPr>
                        <a:t> </a:t>
                      </a:r>
                      <a:r>
                        <a:rPr sz="1100" b="1" spc="105" dirty="0">
                          <a:latin typeface="MS Mincho"/>
                          <a:cs typeface="MS Mincho"/>
                        </a:rPr>
                        <a:t>ai</a:t>
                      </a:r>
                      <a:r>
                        <a:rPr sz="1100" b="1" spc="-345" dirty="0">
                          <a:latin typeface="MS Mincho"/>
                          <a:cs typeface="MS Mincho"/>
                        </a:rPr>
                        <a:t> </a:t>
                      </a:r>
                      <a:r>
                        <a:rPr sz="1100" b="1" spc="-50" dirty="0">
                          <a:latin typeface="MS Mincho"/>
                          <a:cs typeface="MS Mincho"/>
                        </a:rPr>
                        <a:t>l</a:t>
                      </a:r>
                      <a:endParaRPr sz="1100">
                        <a:latin typeface="MS Mincho"/>
                        <a:cs typeface="MS Mincho"/>
                      </a:endParaRPr>
                    </a:p>
                  </a:txBody>
                  <a:tcPr marL="0" marR="0" marT="27939" marB="0"/>
                </a:tc>
                <a:tc>
                  <a:txBody>
                    <a:bodyPr/>
                    <a:lstStyle/>
                    <a:p>
                      <a:pPr marL="3810">
                        <a:lnSpc>
                          <a:spcPct val="100000"/>
                        </a:lnSpc>
                        <a:spcBef>
                          <a:spcPts val="350"/>
                        </a:spcBef>
                      </a:pPr>
                      <a:r>
                        <a:rPr sz="1100" spc="-50" dirty="0">
                          <a:latin typeface="MS Mincho"/>
                          <a:cs typeface="MS Mincho"/>
                        </a:rPr>
                        <a:t>:</a:t>
                      </a:r>
                      <a:endParaRPr sz="1100">
                        <a:latin typeface="MS Mincho"/>
                        <a:cs typeface="MS Mincho"/>
                      </a:endParaRPr>
                    </a:p>
                  </a:txBody>
                  <a:tcPr marL="0" marR="0" marT="44450" marB="0"/>
                </a:tc>
                <a:tc gridSpan="13">
                  <a:txBody>
                    <a:bodyPr/>
                    <a:lstStyle/>
                    <a:p>
                      <a:pPr marL="39370" marR="3175">
                        <a:lnSpc>
                          <a:spcPct val="100000"/>
                        </a:lnSpc>
                        <a:spcBef>
                          <a:spcPts val="280"/>
                        </a:spcBef>
                      </a:pPr>
                      <a:r>
                        <a:rPr sz="1050" spc="-10" dirty="0">
                          <a:latin typeface="Century"/>
                          <a:cs typeface="Century"/>
                          <a:hlinkClick r:id="rId2"/>
                        </a:rPr>
                        <a:t>shu1955oreda@icloud.com</a:t>
                      </a:r>
                      <a:endParaRPr sz="1050">
                        <a:latin typeface="Century"/>
                        <a:cs typeface="Century"/>
                      </a:endParaRPr>
                    </a:p>
                  </a:txBody>
                  <a:tcPr marL="0" marR="0" marT="3556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extLst>
                  <a:ext uri="{0D108BD9-81ED-4DB2-BD59-A6C34878D82A}">
                    <a16:rowId xmlns:a16="http://schemas.microsoft.com/office/drawing/2014/main" val="10011"/>
                  </a:ext>
                </a:extLst>
              </a:tr>
              <a:tr h="234315">
                <a:tc>
                  <a:txBody>
                    <a:bodyPr/>
                    <a:lstStyle/>
                    <a:p>
                      <a:pPr marL="363855">
                        <a:lnSpc>
                          <a:spcPct val="100000"/>
                        </a:lnSpc>
                        <a:spcBef>
                          <a:spcPts val="220"/>
                        </a:spcBef>
                      </a:pPr>
                      <a:r>
                        <a:rPr sz="1100" b="1" spc="-50" dirty="0">
                          <a:latin typeface="MS Mincho"/>
                          <a:cs typeface="MS Mincho"/>
                        </a:rPr>
                        <a:t>年</a:t>
                      </a:r>
                      <a:endParaRPr sz="1100">
                        <a:latin typeface="MS Mincho"/>
                        <a:cs typeface="MS Mincho"/>
                      </a:endParaRPr>
                    </a:p>
                  </a:txBody>
                  <a:tcPr marL="0" marR="0" marT="27940" marB="0"/>
                </a:tc>
                <a:tc>
                  <a:txBody>
                    <a:bodyPr/>
                    <a:lstStyle/>
                    <a:p>
                      <a:pPr>
                        <a:lnSpc>
                          <a:spcPct val="100000"/>
                        </a:lnSpc>
                      </a:pPr>
                      <a:endParaRPr sz="1000">
                        <a:latin typeface="Times New Roman"/>
                        <a:cs typeface="Times New Roman"/>
                      </a:endParaRPr>
                    </a:p>
                  </a:txBody>
                  <a:tcPr marL="0" marR="0" marT="0" marB="0"/>
                </a:tc>
                <a:tc>
                  <a:txBody>
                    <a:bodyPr/>
                    <a:lstStyle/>
                    <a:p>
                      <a:pPr marR="4445" algn="r">
                        <a:lnSpc>
                          <a:spcPct val="100000"/>
                        </a:lnSpc>
                        <a:spcBef>
                          <a:spcPts val="220"/>
                        </a:spcBef>
                      </a:pPr>
                      <a:r>
                        <a:rPr sz="1100" b="1" spc="-50" dirty="0">
                          <a:latin typeface="MS Mincho"/>
                          <a:cs typeface="MS Mincho"/>
                        </a:rPr>
                        <a:t>月</a:t>
                      </a:r>
                      <a:endParaRPr sz="1100">
                        <a:latin typeface="MS Mincho"/>
                        <a:cs typeface="MS Mincho"/>
                      </a:endParaRPr>
                    </a:p>
                  </a:txBody>
                  <a:tcPr marL="0" marR="0" marT="27940" marB="0"/>
                </a:tc>
                <a:tc>
                  <a:txBody>
                    <a:bodyPr/>
                    <a:lstStyle/>
                    <a:p>
                      <a:pPr>
                        <a:lnSpc>
                          <a:spcPct val="100000"/>
                        </a:lnSpc>
                      </a:pPr>
                      <a:endParaRPr sz="1000">
                        <a:latin typeface="Times New Roman"/>
                        <a:cs typeface="Times New Roman"/>
                      </a:endParaRPr>
                    </a:p>
                  </a:txBody>
                  <a:tcPr marL="0" marR="0" marT="0" marB="0"/>
                </a:tc>
                <a:tc>
                  <a:txBody>
                    <a:bodyPr/>
                    <a:lstStyle/>
                    <a:p>
                      <a:pPr marR="3175">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dirty="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gridSpan="5">
                  <a:txBody>
                    <a:bodyPr/>
                    <a:lstStyle/>
                    <a:p>
                      <a:pPr marL="233679" marR="3175">
                        <a:lnSpc>
                          <a:spcPct val="100000"/>
                        </a:lnSpc>
                        <a:spcBef>
                          <a:spcPts val="220"/>
                        </a:spcBef>
                      </a:pPr>
                      <a:r>
                        <a:rPr sz="1100" b="1" spc="-10" dirty="0">
                          <a:latin typeface="MS Mincho"/>
                          <a:cs typeface="MS Mincho"/>
                        </a:rPr>
                        <a:t>学歴・職歴など</a:t>
                      </a:r>
                      <a:endParaRPr sz="1100">
                        <a:latin typeface="MS Mincho"/>
                        <a:cs typeface="MS Mincho"/>
                      </a:endParaRPr>
                    </a:p>
                  </a:txBody>
                  <a:tcPr marL="0" marR="0" marT="2794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dirty="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extLst>
                  <a:ext uri="{0D108BD9-81ED-4DB2-BD59-A6C34878D82A}">
                    <a16:rowId xmlns:a16="http://schemas.microsoft.com/office/drawing/2014/main" val="10012"/>
                  </a:ext>
                </a:extLst>
              </a:tr>
              <a:tr h="330200">
                <a:tc>
                  <a:txBody>
                    <a:bodyPr/>
                    <a:lstStyle/>
                    <a:p>
                      <a:pPr marR="41275" algn="r">
                        <a:lnSpc>
                          <a:spcPct val="100000"/>
                        </a:lnSpc>
                        <a:spcBef>
                          <a:spcPts val="660"/>
                        </a:spcBef>
                      </a:pPr>
                      <a:r>
                        <a:rPr sz="1050" spc="-20" dirty="0">
                          <a:latin typeface="Century"/>
                          <a:cs typeface="Century"/>
                        </a:rPr>
                        <a:t>2020</a:t>
                      </a:r>
                      <a:endParaRPr sz="1050">
                        <a:latin typeface="Century"/>
                        <a:cs typeface="Century"/>
                      </a:endParaRPr>
                    </a:p>
                  </a:txBody>
                  <a:tcPr marL="0" marR="0" marT="83820" marB="0"/>
                </a:tc>
                <a:tc>
                  <a:txBody>
                    <a:bodyPr/>
                    <a:lstStyle/>
                    <a:p>
                      <a:pPr>
                        <a:lnSpc>
                          <a:spcPct val="100000"/>
                        </a:lnSpc>
                      </a:pPr>
                      <a:endParaRPr sz="1000">
                        <a:latin typeface="Times New Roman"/>
                        <a:cs typeface="Times New Roman"/>
                      </a:endParaRPr>
                    </a:p>
                  </a:txBody>
                  <a:tcPr marL="0" marR="0" marT="0" marB="0"/>
                </a:tc>
                <a:tc>
                  <a:txBody>
                    <a:bodyPr/>
                    <a:lstStyle/>
                    <a:p>
                      <a:pPr marR="36830" algn="r">
                        <a:lnSpc>
                          <a:spcPct val="100000"/>
                        </a:lnSpc>
                        <a:spcBef>
                          <a:spcPts val="660"/>
                        </a:spcBef>
                      </a:pPr>
                      <a:r>
                        <a:rPr sz="1050" spc="-50" dirty="0">
                          <a:latin typeface="Century"/>
                          <a:cs typeface="Century"/>
                        </a:rPr>
                        <a:t>4</a:t>
                      </a:r>
                      <a:endParaRPr sz="1050">
                        <a:latin typeface="Century"/>
                        <a:cs typeface="Century"/>
                      </a:endParaRPr>
                    </a:p>
                  </a:txBody>
                  <a:tcPr marL="0" marR="0" marT="83820" marB="0"/>
                </a:tc>
                <a:tc>
                  <a:txBody>
                    <a:bodyPr/>
                    <a:lstStyle/>
                    <a:p>
                      <a:pPr>
                        <a:lnSpc>
                          <a:spcPct val="100000"/>
                        </a:lnSpc>
                      </a:pPr>
                      <a:endParaRPr sz="1000">
                        <a:latin typeface="Times New Roman"/>
                        <a:cs typeface="Times New Roman"/>
                      </a:endParaRPr>
                    </a:p>
                  </a:txBody>
                  <a:tcPr marL="0" marR="0" marT="0" marB="0"/>
                </a:tc>
                <a:tc gridSpan="11">
                  <a:txBody>
                    <a:bodyPr/>
                    <a:lstStyle/>
                    <a:p>
                      <a:pPr marL="15875" marR="3175">
                        <a:lnSpc>
                          <a:spcPct val="100000"/>
                        </a:lnSpc>
                        <a:spcBef>
                          <a:spcPts val="625"/>
                        </a:spcBef>
                        <a:tabLst>
                          <a:tab pos="1216025" algn="l"/>
                        </a:tabLst>
                      </a:pPr>
                      <a:r>
                        <a:rPr sz="1050" dirty="0">
                          <a:latin typeface="Yu Mincho"/>
                          <a:cs typeface="Yu Mincho"/>
                        </a:rPr>
                        <a:t>福岡常葉高等学</a:t>
                      </a:r>
                      <a:r>
                        <a:rPr sz="1050" spc="-50" dirty="0">
                          <a:latin typeface="Yu Mincho"/>
                          <a:cs typeface="Yu Mincho"/>
                        </a:rPr>
                        <a:t>校</a:t>
                      </a:r>
                      <a:r>
                        <a:rPr sz="1050" dirty="0">
                          <a:latin typeface="Yu Mincho"/>
                          <a:cs typeface="Yu Mincho"/>
                        </a:rPr>
                        <a:t>	入</a:t>
                      </a:r>
                      <a:r>
                        <a:rPr sz="1050" spc="-50" dirty="0">
                          <a:latin typeface="Yu Mincho"/>
                          <a:cs typeface="Yu Mincho"/>
                        </a:rPr>
                        <a:t>学</a:t>
                      </a:r>
                      <a:endParaRPr sz="1050">
                        <a:latin typeface="Yu Mincho"/>
                        <a:cs typeface="Yu Mincho"/>
                      </a:endParaRPr>
                    </a:p>
                  </a:txBody>
                  <a:tcPr marL="0" marR="0" marT="79375"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extLst>
                  <a:ext uri="{0D108BD9-81ED-4DB2-BD59-A6C34878D82A}">
                    <a16:rowId xmlns:a16="http://schemas.microsoft.com/office/drawing/2014/main" val="10013"/>
                  </a:ext>
                </a:extLst>
              </a:tr>
              <a:tr h="329565">
                <a:tc>
                  <a:txBody>
                    <a:bodyPr/>
                    <a:lstStyle/>
                    <a:p>
                      <a:pPr marR="41275" algn="r">
                        <a:lnSpc>
                          <a:spcPct val="100000"/>
                        </a:lnSpc>
                        <a:spcBef>
                          <a:spcPts val="655"/>
                        </a:spcBef>
                      </a:pPr>
                      <a:r>
                        <a:rPr sz="1050" spc="-20" dirty="0">
                          <a:latin typeface="Century"/>
                          <a:cs typeface="Century"/>
                        </a:rPr>
                        <a:t>2023</a:t>
                      </a:r>
                      <a:endParaRPr sz="1050">
                        <a:latin typeface="Century"/>
                        <a:cs typeface="Century"/>
                      </a:endParaRPr>
                    </a:p>
                  </a:txBody>
                  <a:tcPr marL="0" marR="0" marT="83185" marB="0"/>
                </a:tc>
                <a:tc>
                  <a:txBody>
                    <a:bodyPr/>
                    <a:lstStyle/>
                    <a:p>
                      <a:pPr>
                        <a:lnSpc>
                          <a:spcPct val="100000"/>
                        </a:lnSpc>
                      </a:pPr>
                      <a:endParaRPr sz="1000">
                        <a:latin typeface="Times New Roman"/>
                        <a:cs typeface="Times New Roman"/>
                      </a:endParaRPr>
                    </a:p>
                  </a:txBody>
                  <a:tcPr marL="0" marR="0" marT="0" marB="0"/>
                </a:tc>
                <a:tc>
                  <a:txBody>
                    <a:bodyPr/>
                    <a:lstStyle/>
                    <a:p>
                      <a:pPr marR="36830" algn="r">
                        <a:lnSpc>
                          <a:spcPct val="100000"/>
                        </a:lnSpc>
                        <a:spcBef>
                          <a:spcPts val="655"/>
                        </a:spcBef>
                      </a:pPr>
                      <a:r>
                        <a:rPr sz="1050" spc="-50" dirty="0">
                          <a:latin typeface="Century"/>
                          <a:cs typeface="Century"/>
                        </a:rPr>
                        <a:t>3</a:t>
                      </a:r>
                      <a:endParaRPr sz="1050">
                        <a:latin typeface="Century"/>
                        <a:cs typeface="Century"/>
                      </a:endParaRPr>
                    </a:p>
                  </a:txBody>
                  <a:tcPr marL="0" marR="0" marT="83185" marB="0"/>
                </a:tc>
                <a:tc>
                  <a:txBody>
                    <a:bodyPr/>
                    <a:lstStyle/>
                    <a:p>
                      <a:pPr>
                        <a:lnSpc>
                          <a:spcPct val="100000"/>
                        </a:lnSpc>
                      </a:pPr>
                      <a:endParaRPr sz="1000">
                        <a:latin typeface="Times New Roman"/>
                        <a:cs typeface="Times New Roman"/>
                      </a:endParaRPr>
                    </a:p>
                  </a:txBody>
                  <a:tcPr marL="0" marR="0" marT="0" marB="0"/>
                </a:tc>
                <a:tc gridSpan="11">
                  <a:txBody>
                    <a:bodyPr/>
                    <a:lstStyle/>
                    <a:p>
                      <a:pPr marL="15875" marR="3175">
                        <a:lnSpc>
                          <a:spcPct val="100000"/>
                        </a:lnSpc>
                        <a:spcBef>
                          <a:spcPts val="615"/>
                        </a:spcBef>
                        <a:tabLst>
                          <a:tab pos="1216025" algn="l"/>
                        </a:tabLst>
                      </a:pPr>
                      <a:r>
                        <a:rPr sz="1050" dirty="0">
                          <a:latin typeface="Yu Mincho"/>
                          <a:cs typeface="Yu Mincho"/>
                        </a:rPr>
                        <a:t>福岡常葉高等学</a:t>
                      </a:r>
                      <a:r>
                        <a:rPr sz="1050" spc="-50" dirty="0">
                          <a:latin typeface="Yu Mincho"/>
                          <a:cs typeface="Yu Mincho"/>
                        </a:rPr>
                        <a:t>校</a:t>
                      </a:r>
                      <a:r>
                        <a:rPr sz="1050" dirty="0">
                          <a:latin typeface="Yu Mincho"/>
                          <a:cs typeface="Yu Mincho"/>
                        </a:rPr>
                        <a:t>	卒</a:t>
                      </a:r>
                      <a:r>
                        <a:rPr sz="1050" spc="-50" dirty="0">
                          <a:latin typeface="Yu Mincho"/>
                          <a:cs typeface="Yu Mincho"/>
                        </a:rPr>
                        <a:t>業</a:t>
                      </a:r>
                      <a:endParaRPr sz="1050">
                        <a:latin typeface="Yu Mincho"/>
                        <a:cs typeface="Yu Mincho"/>
                      </a:endParaRPr>
                    </a:p>
                  </a:txBody>
                  <a:tcPr marL="0" marR="0" marT="78105"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extLst>
                  <a:ext uri="{0D108BD9-81ED-4DB2-BD59-A6C34878D82A}">
                    <a16:rowId xmlns:a16="http://schemas.microsoft.com/office/drawing/2014/main" val="10014"/>
                  </a:ext>
                </a:extLst>
              </a:tr>
              <a:tr h="313690">
                <a:tc>
                  <a:txBody>
                    <a:bodyPr/>
                    <a:lstStyle/>
                    <a:p>
                      <a:pPr marR="7620" algn="r">
                        <a:lnSpc>
                          <a:spcPct val="100000"/>
                        </a:lnSpc>
                        <a:spcBef>
                          <a:spcPts val="590"/>
                        </a:spcBef>
                      </a:pPr>
                      <a:r>
                        <a:rPr sz="1050" spc="-20" dirty="0">
                          <a:latin typeface="Century"/>
                          <a:cs typeface="Century"/>
                        </a:rPr>
                        <a:t>2023</a:t>
                      </a:r>
                      <a:endParaRPr sz="1050">
                        <a:latin typeface="Century"/>
                        <a:cs typeface="Century"/>
                      </a:endParaRPr>
                    </a:p>
                  </a:txBody>
                  <a:tcPr marL="0" marR="0" marT="74930" marB="0"/>
                </a:tc>
                <a:tc>
                  <a:txBody>
                    <a:bodyPr/>
                    <a:lstStyle/>
                    <a:p>
                      <a:pPr>
                        <a:lnSpc>
                          <a:spcPct val="100000"/>
                        </a:lnSpc>
                      </a:pPr>
                      <a:endParaRPr sz="1000">
                        <a:latin typeface="Times New Roman"/>
                        <a:cs typeface="Times New Roman"/>
                      </a:endParaRPr>
                    </a:p>
                  </a:txBody>
                  <a:tcPr marL="0" marR="0" marT="0" marB="0"/>
                </a:tc>
                <a:tc>
                  <a:txBody>
                    <a:bodyPr/>
                    <a:lstStyle/>
                    <a:p>
                      <a:pPr marR="36830" algn="r">
                        <a:lnSpc>
                          <a:spcPct val="100000"/>
                        </a:lnSpc>
                        <a:spcBef>
                          <a:spcPts val="590"/>
                        </a:spcBef>
                      </a:pPr>
                      <a:r>
                        <a:rPr sz="1050" spc="-50" dirty="0">
                          <a:latin typeface="Century"/>
                          <a:cs typeface="Century"/>
                        </a:rPr>
                        <a:t>4</a:t>
                      </a:r>
                      <a:endParaRPr sz="1050">
                        <a:latin typeface="Century"/>
                        <a:cs typeface="Century"/>
                      </a:endParaRPr>
                    </a:p>
                  </a:txBody>
                  <a:tcPr marL="0" marR="0" marT="74930" marB="0"/>
                </a:tc>
                <a:tc>
                  <a:txBody>
                    <a:bodyPr/>
                    <a:lstStyle/>
                    <a:p>
                      <a:pPr>
                        <a:lnSpc>
                          <a:spcPct val="100000"/>
                        </a:lnSpc>
                      </a:pPr>
                      <a:endParaRPr sz="1000">
                        <a:latin typeface="Times New Roman"/>
                        <a:cs typeface="Times New Roman"/>
                      </a:endParaRPr>
                    </a:p>
                  </a:txBody>
                  <a:tcPr marL="0" marR="0" marT="0" marB="0"/>
                </a:tc>
                <a:tc gridSpan="8">
                  <a:txBody>
                    <a:bodyPr/>
                    <a:lstStyle/>
                    <a:p>
                      <a:pPr marL="15875">
                        <a:lnSpc>
                          <a:spcPct val="100000"/>
                        </a:lnSpc>
                        <a:spcBef>
                          <a:spcPts val="555"/>
                        </a:spcBef>
                      </a:pPr>
                      <a:r>
                        <a:rPr sz="1050" spc="-5" dirty="0">
                          <a:latin typeface="Yu Mincho"/>
                          <a:cs typeface="Yu Mincho"/>
                        </a:rPr>
                        <a:t>福岡情報 </a:t>
                      </a:r>
                      <a:r>
                        <a:rPr sz="1050" dirty="0">
                          <a:latin typeface="Yu Mincho"/>
                          <a:cs typeface="Yu Mincho"/>
                        </a:rPr>
                        <a:t>IT</a:t>
                      </a:r>
                      <a:r>
                        <a:rPr sz="1050" spc="-15" dirty="0">
                          <a:latin typeface="Yu Mincho"/>
                          <a:cs typeface="Yu Mincho"/>
                        </a:rPr>
                        <a:t> クリエイター専門学校</a:t>
                      </a:r>
                      <a:endParaRPr sz="1050">
                        <a:latin typeface="Yu Mincho"/>
                        <a:cs typeface="Yu Mincho"/>
                      </a:endParaRPr>
                    </a:p>
                  </a:txBody>
                  <a:tcPr marL="0" marR="0" marT="70485"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3">
                  <a:txBody>
                    <a:bodyPr/>
                    <a:lstStyle/>
                    <a:p>
                      <a:pPr marL="66040" marR="3175">
                        <a:lnSpc>
                          <a:spcPct val="100000"/>
                        </a:lnSpc>
                        <a:spcBef>
                          <a:spcPts val="555"/>
                        </a:spcBef>
                      </a:pPr>
                      <a:r>
                        <a:rPr sz="1050" spc="-25" dirty="0">
                          <a:latin typeface="Yu Mincho"/>
                          <a:cs typeface="Yu Mincho"/>
                        </a:rPr>
                        <a:t>入学</a:t>
                      </a:r>
                      <a:endParaRPr sz="1050">
                        <a:latin typeface="Yu Mincho"/>
                        <a:cs typeface="Yu Mincho"/>
                      </a:endParaRPr>
                    </a:p>
                  </a:txBody>
                  <a:tcPr marL="0" marR="0" marT="70485" marB="0"/>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extLst>
                  <a:ext uri="{0D108BD9-81ED-4DB2-BD59-A6C34878D82A}">
                    <a16:rowId xmlns:a16="http://schemas.microsoft.com/office/drawing/2014/main" val="10015"/>
                  </a:ext>
                </a:extLst>
              </a:tr>
              <a:tr h="1320800">
                <a:tc>
                  <a:txBody>
                    <a:bodyPr/>
                    <a:lstStyle/>
                    <a:p>
                      <a:pPr marR="41275" algn="r">
                        <a:lnSpc>
                          <a:spcPct val="100000"/>
                        </a:lnSpc>
                        <a:spcBef>
                          <a:spcPts val="660"/>
                        </a:spcBef>
                      </a:pPr>
                      <a:r>
                        <a:rPr sz="1050" spc="-20" dirty="0">
                          <a:latin typeface="Century"/>
                          <a:cs typeface="Century"/>
                        </a:rPr>
                        <a:t>2026</a:t>
                      </a:r>
                      <a:endParaRPr sz="1050">
                        <a:latin typeface="Century"/>
                        <a:cs typeface="Century"/>
                      </a:endParaRPr>
                    </a:p>
                  </a:txBody>
                  <a:tcPr marL="0" marR="0" marT="83820" marB="0"/>
                </a:tc>
                <a:tc>
                  <a:txBody>
                    <a:bodyPr/>
                    <a:lstStyle/>
                    <a:p>
                      <a:pPr>
                        <a:lnSpc>
                          <a:spcPct val="100000"/>
                        </a:lnSpc>
                      </a:pPr>
                      <a:endParaRPr sz="1000">
                        <a:latin typeface="Times New Roman"/>
                        <a:cs typeface="Times New Roman"/>
                      </a:endParaRPr>
                    </a:p>
                  </a:txBody>
                  <a:tcPr marL="0" marR="0" marT="0" marB="0"/>
                </a:tc>
                <a:tc>
                  <a:txBody>
                    <a:bodyPr/>
                    <a:lstStyle/>
                    <a:p>
                      <a:pPr marR="36830" algn="r">
                        <a:lnSpc>
                          <a:spcPct val="100000"/>
                        </a:lnSpc>
                        <a:spcBef>
                          <a:spcPts val="660"/>
                        </a:spcBef>
                      </a:pPr>
                      <a:r>
                        <a:rPr sz="1050" spc="-50" dirty="0">
                          <a:latin typeface="Century"/>
                          <a:cs typeface="Century"/>
                        </a:rPr>
                        <a:t>3</a:t>
                      </a:r>
                      <a:endParaRPr sz="1050">
                        <a:latin typeface="Century"/>
                        <a:cs typeface="Century"/>
                      </a:endParaRPr>
                    </a:p>
                  </a:txBody>
                  <a:tcPr marL="0" marR="0" marT="83820" marB="0"/>
                </a:tc>
                <a:tc>
                  <a:txBody>
                    <a:bodyPr/>
                    <a:lstStyle/>
                    <a:p>
                      <a:pPr>
                        <a:lnSpc>
                          <a:spcPct val="100000"/>
                        </a:lnSpc>
                      </a:pPr>
                      <a:endParaRPr sz="1000">
                        <a:latin typeface="Times New Roman"/>
                        <a:cs typeface="Times New Roman"/>
                      </a:endParaRPr>
                    </a:p>
                  </a:txBody>
                  <a:tcPr marL="0" marR="0" marT="0" marB="0"/>
                </a:tc>
                <a:tc gridSpan="8">
                  <a:txBody>
                    <a:bodyPr/>
                    <a:lstStyle/>
                    <a:p>
                      <a:pPr marL="15875">
                        <a:lnSpc>
                          <a:spcPct val="100000"/>
                        </a:lnSpc>
                        <a:spcBef>
                          <a:spcPts val="625"/>
                        </a:spcBef>
                      </a:pPr>
                      <a:r>
                        <a:rPr sz="1050" spc="-5" dirty="0">
                          <a:latin typeface="Yu Mincho"/>
                          <a:cs typeface="Yu Mincho"/>
                        </a:rPr>
                        <a:t>福岡情報 </a:t>
                      </a:r>
                      <a:r>
                        <a:rPr sz="1050" dirty="0">
                          <a:latin typeface="Yu Mincho"/>
                          <a:cs typeface="Yu Mincho"/>
                        </a:rPr>
                        <a:t>IT</a:t>
                      </a:r>
                      <a:r>
                        <a:rPr sz="1050" spc="-15" dirty="0">
                          <a:latin typeface="Yu Mincho"/>
                          <a:cs typeface="Yu Mincho"/>
                        </a:rPr>
                        <a:t> クリエイター専門学校</a:t>
                      </a:r>
                      <a:endParaRPr sz="1050">
                        <a:latin typeface="Yu Mincho"/>
                        <a:cs typeface="Yu Mincho"/>
                      </a:endParaRPr>
                    </a:p>
                  </a:txBody>
                  <a:tcPr marL="0" marR="0" marT="79375"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3">
                  <a:txBody>
                    <a:bodyPr/>
                    <a:lstStyle/>
                    <a:p>
                      <a:pPr marL="66675" marR="3175">
                        <a:lnSpc>
                          <a:spcPct val="100000"/>
                        </a:lnSpc>
                        <a:spcBef>
                          <a:spcPts val="625"/>
                        </a:spcBef>
                      </a:pPr>
                      <a:r>
                        <a:rPr sz="1050" spc="-10" dirty="0">
                          <a:latin typeface="Yu Mincho"/>
                          <a:cs typeface="Yu Mincho"/>
                        </a:rPr>
                        <a:t>卒業見込み</a:t>
                      </a:r>
                      <a:endParaRPr sz="1050">
                        <a:latin typeface="Yu Mincho"/>
                        <a:cs typeface="Yu Mincho"/>
                      </a:endParaRPr>
                    </a:p>
                  </a:txBody>
                  <a:tcPr marL="0" marR="0" marT="79375" marB="0"/>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extLst>
                  <a:ext uri="{0D108BD9-81ED-4DB2-BD59-A6C34878D82A}">
                    <a16:rowId xmlns:a16="http://schemas.microsoft.com/office/drawing/2014/main" val="10016"/>
                  </a:ext>
                </a:extLst>
              </a:tr>
              <a:tr h="268605">
                <a:tc>
                  <a:txBody>
                    <a:bodyPr/>
                    <a:lstStyle/>
                    <a:p>
                      <a:pPr marL="363855">
                        <a:lnSpc>
                          <a:spcPct val="100000"/>
                        </a:lnSpc>
                        <a:spcBef>
                          <a:spcPts val="355"/>
                        </a:spcBef>
                      </a:pPr>
                      <a:r>
                        <a:rPr sz="1100" b="1" spc="-50" dirty="0">
                          <a:latin typeface="MS Mincho"/>
                          <a:cs typeface="MS Mincho"/>
                        </a:rPr>
                        <a:t>年</a:t>
                      </a:r>
                      <a:endParaRPr sz="1100">
                        <a:latin typeface="MS Mincho"/>
                        <a:cs typeface="MS Mincho"/>
                      </a:endParaRPr>
                    </a:p>
                  </a:txBody>
                  <a:tcPr marL="0" marR="0" marT="45085" marB="0"/>
                </a:tc>
                <a:tc>
                  <a:txBody>
                    <a:bodyPr/>
                    <a:lstStyle/>
                    <a:p>
                      <a:pPr>
                        <a:lnSpc>
                          <a:spcPct val="100000"/>
                        </a:lnSpc>
                      </a:pPr>
                      <a:endParaRPr sz="1000">
                        <a:latin typeface="Times New Roman"/>
                        <a:cs typeface="Times New Roman"/>
                      </a:endParaRPr>
                    </a:p>
                  </a:txBody>
                  <a:tcPr marL="0" marR="0" marT="0" marB="0"/>
                </a:tc>
                <a:tc>
                  <a:txBody>
                    <a:bodyPr/>
                    <a:lstStyle/>
                    <a:p>
                      <a:pPr marR="4445" algn="r">
                        <a:lnSpc>
                          <a:spcPct val="100000"/>
                        </a:lnSpc>
                        <a:spcBef>
                          <a:spcPts val="355"/>
                        </a:spcBef>
                      </a:pPr>
                      <a:r>
                        <a:rPr sz="1100" b="1" spc="-50" dirty="0">
                          <a:latin typeface="MS Mincho"/>
                          <a:cs typeface="MS Mincho"/>
                        </a:rPr>
                        <a:t>月</a:t>
                      </a:r>
                      <a:endParaRPr sz="1100">
                        <a:latin typeface="MS Mincho"/>
                        <a:cs typeface="MS Mincho"/>
                      </a:endParaRPr>
                    </a:p>
                  </a:txBody>
                  <a:tcPr marL="0" marR="0" marT="45085" marB="0"/>
                </a:tc>
                <a:tc>
                  <a:txBody>
                    <a:bodyPr/>
                    <a:lstStyle/>
                    <a:p>
                      <a:pPr>
                        <a:lnSpc>
                          <a:spcPct val="100000"/>
                        </a:lnSpc>
                      </a:pPr>
                      <a:endParaRPr sz="1000">
                        <a:latin typeface="Times New Roman"/>
                        <a:cs typeface="Times New Roman"/>
                      </a:endParaRPr>
                    </a:p>
                  </a:txBody>
                  <a:tcPr marL="0" marR="0" marT="0" marB="0"/>
                </a:tc>
                <a:tc>
                  <a:txBody>
                    <a:bodyPr/>
                    <a:lstStyle/>
                    <a:p>
                      <a:pPr marR="3175">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gridSpan="5">
                  <a:txBody>
                    <a:bodyPr/>
                    <a:lstStyle/>
                    <a:p>
                      <a:pPr marL="233679" marR="3175">
                        <a:lnSpc>
                          <a:spcPct val="100000"/>
                        </a:lnSpc>
                        <a:spcBef>
                          <a:spcPts val="355"/>
                        </a:spcBef>
                      </a:pPr>
                      <a:r>
                        <a:rPr sz="1100" b="1" spc="-10" dirty="0">
                          <a:latin typeface="MS Mincho"/>
                          <a:cs typeface="MS Mincho"/>
                        </a:rPr>
                        <a:t>資 格 ・ 免 許</a:t>
                      </a:r>
                      <a:endParaRPr sz="1100">
                        <a:latin typeface="MS Mincho"/>
                        <a:cs typeface="MS Mincho"/>
                      </a:endParaRPr>
                    </a:p>
                  </a:txBody>
                  <a:tcPr marL="0" marR="0" marT="45085"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extLst>
                  <a:ext uri="{0D108BD9-81ED-4DB2-BD59-A6C34878D82A}">
                    <a16:rowId xmlns:a16="http://schemas.microsoft.com/office/drawing/2014/main" val="10017"/>
                  </a:ext>
                </a:extLst>
              </a:tr>
              <a:tr h="386715">
                <a:tc>
                  <a:txBody>
                    <a:bodyPr/>
                    <a:lstStyle/>
                    <a:p>
                      <a:pPr marR="47625" algn="r">
                        <a:lnSpc>
                          <a:spcPct val="100000"/>
                        </a:lnSpc>
                        <a:spcBef>
                          <a:spcPts val="819"/>
                        </a:spcBef>
                      </a:pPr>
                      <a:r>
                        <a:rPr sz="1100" spc="-20" dirty="0">
                          <a:latin typeface="MS Mincho"/>
                          <a:cs typeface="MS Mincho"/>
                        </a:rPr>
                        <a:t>2021</a:t>
                      </a:r>
                      <a:endParaRPr sz="1100">
                        <a:latin typeface="MS Mincho"/>
                        <a:cs typeface="MS Mincho"/>
                      </a:endParaRPr>
                    </a:p>
                  </a:txBody>
                  <a:tcPr marL="0" marR="0" marT="104139" marB="0"/>
                </a:tc>
                <a:tc>
                  <a:txBody>
                    <a:bodyPr/>
                    <a:lstStyle/>
                    <a:p>
                      <a:pPr>
                        <a:lnSpc>
                          <a:spcPct val="100000"/>
                        </a:lnSpc>
                      </a:pPr>
                      <a:endParaRPr sz="1000">
                        <a:latin typeface="Times New Roman"/>
                        <a:cs typeface="Times New Roman"/>
                      </a:endParaRPr>
                    </a:p>
                  </a:txBody>
                  <a:tcPr marL="0" marR="0" marT="0" marB="0"/>
                </a:tc>
                <a:tc>
                  <a:txBody>
                    <a:bodyPr/>
                    <a:lstStyle/>
                    <a:p>
                      <a:pPr marR="40640" algn="r">
                        <a:lnSpc>
                          <a:spcPct val="100000"/>
                        </a:lnSpc>
                        <a:spcBef>
                          <a:spcPts val="850"/>
                        </a:spcBef>
                      </a:pPr>
                      <a:r>
                        <a:rPr sz="1050" spc="-50" dirty="0">
                          <a:latin typeface="MS Mincho"/>
                          <a:cs typeface="MS Mincho"/>
                        </a:rPr>
                        <a:t>3</a:t>
                      </a:r>
                      <a:endParaRPr sz="1050">
                        <a:latin typeface="MS Mincho"/>
                        <a:cs typeface="MS Mincho"/>
                      </a:endParaRPr>
                    </a:p>
                  </a:txBody>
                  <a:tcPr marL="0" marR="0" marT="107950" marB="0"/>
                </a:tc>
                <a:tc>
                  <a:txBody>
                    <a:bodyPr/>
                    <a:lstStyle/>
                    <a:p>
                      <a:pPr>
                        <a:lnSpc>
                          <a:spcPct val="100000"/>
                        </a:lnSpc>
                      </a:pPr>
                      <a:endParaRPr sz="1000">
                        <a:latin typeface="Times New Roman"/>
                        <a:cs typeface="Times New Roman"/>
                      </a:endParaRPr>
                    </a:p>
                  </a:txBody>
                  <a:tcPr marL="0" marR="0" marT="0" marB="0"/>
                </a:tc>
                <a:tc gridSpan="11">
                  <a:txBody>
                    <a:bodyPr/>
                    <a:lstStyle/>
                    <a:p>
                      <a:pPr marL="15875" marR="3175">
                        <a:lnSpc>
                          <a:spcPct val="100000"/>
                        </a:lnSpc>
                        <a:spcBef>
                          <a:spcPts val="850"/>
                        </a:spcBef>
                        <a:tabLst>
                          <a:tab pos="1216025" algn="l"/>
                        </a:tabLst>
                      </a:pPr>
                      <a:r>
                        <a:rPr sz="1050" dirty="0">
                          <a:latin typeface="MS Mincho"/>
                          <a:cs typeface="MS Mincho"/>
                        </a:rPr>
                        <a:t>全国商業簿記検</a:t>
                      </a:r>
                      <a:r>
                        <a:rPr sz="1050" spc="-50" dirty="0">
                          <a:latin typeface="MS Mincho"/>
                          <a:cs typeface="MS Mincho"/>
                        </a:rPr>
                        <a:t>定</a:t>
                      </a:r>
                      <a:r>
                        <a:rPr sz="1050" dirty="0">
                          <a:latin typeface="MS Mincho"/>
                          <a:cs typeface="MS Mincho"/>
                        </a:rPr>
                        <a:t>	3</a:t>
                      </a:r>
                      <a:r>
                        <a:rPr sz="1050" spc="-260" dirty="0">
                          <a:latin typeface="MS Mincho"/>
                          <a:cs typeface="MS Mincho"/>
                        </a:rPr>
                        <a:t> </a:t>
                      </a:r>
                      <a:r>
                        <a:rPr sz="1050" spc="-50" dirty="0">
                          <a:latin typeface="MS Mincho"/>
                          <a:cs typeface="MS Mincho"/>
                        </a:rPr>
                        <a:t>級</a:t>
                      </a:r>
                      <a:endParaRPr sz="1050">
                        <a:latin typeface="MS Mincho"/>
                        <a:cs typeface="MS Mincho"/>
                      </a:endParaRPr>
                    </a:p>
                  </a:txBody>
                  <a:tcPr marL="0" marR="0" marT="10795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extLst>
                  <a:ext uri="{0D108BD9-81ED-4DB2-BD59-A6C34878D82A}">
                    <a16:rowId xmlns:a16="http://schemas.microsoft.com/office/drawing/2014/main" val="10018"/>
                  </a:ext>
                </a:extLst>
              </a:tr>
              <a:tr h="329565">
                <a:tc>
                  <a:txBody>
                    <a:bodyPr/>
                    <a:lstStyle/>
                    <a:p>
                      <a:pPr marR="48260" algn="r">
                        <a:lnSpc>
                          <a:spcPct val="100000"/>
                        </a:lnSpc>
                        <a:spcBef>
                          <a:spcPts val="590"/>
                        </a:spcBef>
                      </a:pPr>
                      <a:r>
                        <a:rPr sz="1100" spc="-20" dirty="0">
                          <a:latin typeface="MS Mincho"/>
                          <a:cs typeface="MS Mincho"/>
                        </a:rPr>
                        <a:t>2022</a:t>
                      </a:r>
                      <a:endParaRPr sz="1100">
                        <a:latin typeface="MS Mincho"/>
                        <a:cs typeface="MS Mincho"/>
                      </a:endParaRPr>
                    </a:p>
                  </a:txBody>
                  <a:tcPr marL="0" marR="0" marT="74930" marB="0"/>
                </a:tc>
                <a:tc>
                  <a:txBody>
                    <a:bodyPr/>
                    <a:lstStyle/>
                    <a:p>
                      <a:pPr>
                        <a:lnSpc>
                          <a:spcPct val="100000"/>
                        </a:lnSpc>
                      </a:pPr>
                      <a:endParaRPr sz="1000">
                        <a:latin typeface="Times New Roman"/>
                        <a:cs typeface="Times New Roman"/>
                      </a:endParaRPr>
                    </a:p>
                  </a:txBody>
                  <a:tcPr marL="0" marR="0" marT="0" marB="0"/>
                </a:tc>
                <a:tc>
                  <a:txBody>
                    <a:bodyPr/>
                    <a:lstStyle/>
                    <a:p>
                      <a:pPr marR="40640" algn="r">
                        <a:lnSpc>
                          <a:spcPct val="100000"/>
                        </a:lnSpc>
                        <a:spcBef>
                          <a:spcPts val="625"/>
                        </a:spcBef>
                      </a:pPr>
                      <a:r>
                        <a:rPr sz="1050" spc="-50" dirty="0">
                          <a:latin typeface="MS Mincho"/>
                          <a:cs typeface="MS Mincho"/>
                        </a:rPr>
                        <a:t>9</a:t>
                      </a:r>
                      <a:endParaRPr sz="1050">
                        <a:latin typeface="MS Mincho"/>
                        <a:cs typeface="MS Mincho"/>
                      </a:endParaRPr>
                    </a:p>
                  </a:txBody>
                  <a:tcPr marL="0" marR="0" marT="79375" marB="0"/>
                </a:tc>
                <a:tc>
                  <a:txBody>
                    <a:bodyPr/>
                    <a:lstStyle/>
                    <a:p>
                      <a:pPr>
                        <a:lnSpc>
                          <a:spcPct val="100000"/>
                        </a:lnSpc>
                      </a:pPr>
                      <a:endParaRPr sz="1000">
                        <a:latin typeface="Times New Roman"/>
                        <a:cs typeface="Times New Roman"/>
                      </a:endParaRPr>
                    </a:p>
                  </a:txBody>
                  <a:tcPr marL="0" marR="0" marT="0" marB="0"/>
                </a:tc>
                <a:tc gridSpan="11">
                  <a:txBody>
                    <a:bodyPr/>
                    <a:lstStyle/>
                    <a:p>
                      <a:pPr marL="15875" marR="3175">
                        <a:lnSpc>
                          <a:spcPct val="100000"/>
                        </a:lnSpc>
                        <a:spcBef>
                          <a:spcPts val="625"/>
                        </a:spcBef>
                        <a:tabLst>
                          <a:tab pos="682625" algn="l"/>
                        </a:tabLst>
                      </a:pPr>
                      <a:r>
                        <a:rPr sz="1050" dirty="0">
                          <a:latin typeface="MS Mincho"/>
                          <a:cs typeface="MS Mincho"/>
                        </a:rPr>
                        <a:t>英語検</a:t>
                      </a:r>
                      <a:r>
                        <a:rPr sz="1050" spc="-50" dirty="0">
                          <a:latin typeface="MS Mincho"/>
                          <a:cs typeface="MS Mincho"/>
                        </a:rPr>
                        <a:t>定</a:t>
                      </a:r>
                      <a:r>
                        <a:rPr sz="1050" dirty="0">
                          <a:latin typeface="MS Mincho"/>
                          <a:cs typeface="MS Mincho"/>
                        </a:rPr>
                        <a:t>	3</a:t>
                      </a:r>
                      <a:r>
                        <a:rPr sz="1050" spc="-275" dirty="0">
                          <a:latin typeface="MS Mincho"/>
                          <a:cs typeface="MS Mincho"/>
                        </a:rPr>
                        <a:t> </a:t>
                      </a:r>
                      <a:r>
                        <a:rPr sz="1050" spc="-50" dirty="0">
                          <a:latin typeface="MS Mincho"/>
                          <a:cs typeface="MS Mincho"/>
                        </a:rPr>
                        <a:t>級</a:t>
                      </a:r>
                      <a:endParaRPr sz="1050">
                        <a:latin typeface="MS Mincho"/>
                        <a:cs typeface="MS Mincho"/>
                      </a:endParaRPr>
                    </a:p>
                  </a:txBody>
                  <a:tcPr marL="0" marR="0" marT="79375"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extLst>
                  <a:ext uri="{0D108BD9-81ED-4DB2-BD59-A6C34878D82A}">
                    <a16:rowId xmlns:a16="http://schemas.microsoft.com/office/drawing/2014/main" val="10019"/>
                  </a:ext>
                </a:extLst>
              </a:tr>
              <a:tr h="329565">
                <a:tc>
                  <a:txBody>
                    <a:bodyPr/>
                    <a:lstStyle/>
                    <a:p>
                      <a:pPr marR="41275" algn="r">
                        <a:lnSpc>
                          <a:spcPct val="100000"/>
                        </a:lnSpc>
                        <a:spcBef>
                          <a:spcPts val="660"/>
                        </a:spcBef>
                      </a:pPr>
                      <a:r>
                        <a:rPr sz="1050" spc="-20" dirty="0">
                          <a:latin typeface="Century"/>
                          <a:cs typeface="Century"/>
                        </a:rPr>
                        <a:t>2023</a:t>
                      </a:r>
                      <a:endParaRPr sz="1050">
                        <a:latin typeface="Century"/>
                        <a:cs typeface="Century"/>
                      </a:endParaRPr>
                    </a:p>
                  </a:txBody>
                  <a:tcPr marL="0" marR="0" marT="83820" marB="0"/>
                </a:tc>
                <a:tc>
                  <a:txBody>
                    <a:bodyPr/>
                    <a:lstStyle/>
                    <a:p>
                      <a:pPr>
                        <a:lnSpc>
                          <a:spcPct val="100000"/>
                        </a:lnSpc>
                      </a:pPr>
                      <a:endParaRPr sz="1000">
                        <a:latin typeface="Times New Roman"/>
                        <a:cs typeface="Times New Roman"/>
                      </a:endParaRPr>
                    </a:p>
                  </a:txBody>
                  <a:tcPr marL="0" marR="0" marT="0" marB="0"/>
                </a:tc>
                <a:tc>
                  <a:txBody>
                    <a:bodyPr/>
                    <a:lstStyle/>
                    <a:p>
                      <a:pPr marR="36830" algn="r">
                        <a:lnSpc>
                          <a:spcPct val="100000"/>
                        </a:lnSpc>
                        <a:spcBef>
                          <a:spcPts val="660"/>
                        </a:spcBef>
                      </a:pPr>
                      <a:r>
                        <a:rPr sz="1050" spc="-50" dirty="0">
                          <a:latin typeface="Century"/>
                          <a:cs typeface="Century"/>
                        </a:rPr>
                        <a:t>3</a:t>
                      </a:r>
                      <a:endParaRPr sz="1050">
                        <a:latin typeface="Century"/>
                        <a:cs typeface="Century"/>
                      </a:endParaRPr>
                    </a:p>
                  </a:txBody>
                  <a:tcPr marL="0" marR="0" marT="83820" marB="0"/>
                </a:tc>
                <a:tc>
                  <a:txBody>
                    <a:bodyPr/>
                    <a:lstStyle/>
                    <a:p>
                      <a:pPr>
                        <a:lnSpc>
                          <a:spcPct val="100000"/>
                        </a:lnSpc>
                      </a:pPr>
                      <a:endParaRPr sz="1000">
                        <a:latin typeface="Times New Roman"/>
                        <a:cs typeface="Times New Roman"/>
                      </a:endParaRPr>
                    </a:p>
                  </a:txBody>
                  <a:tcPr marL="0" marR="0" marT="0" marB="0"/>
                </a:tc>
                <a:tc gridSpan="11">
                  <a:txBody>
                    <a:bodyPr/>
                    <a:lstStyle/>
                    <a:p>
                      <a:pPr marL="15875" marR="3175">
                        <a:lnSpc>
                          <a:spcPct val="100000"/>
                        </a:lnSpc>
                        <a:spcBef>
                          <a:spcPts val="630"/>
                        </a:spcBef>
                        <a:tabLst>
                          <a:tab pos="949325" algn="l"/>
                        </a:tabLst>
                      </a:pPr>
                      <a:r>
                        <a:rPr sz="1050" dirty="0">
                          <a:latin typeface="MS Mincho"/>
                          <a:cs typeface="MS Mincho"/>
                        </a:rPr>
                        <a:t>珠算電卓検</a:t>
                      </a:r>
                      <a:r>
                        <a:rPr sz="1050" spc="-50" dirty="0">
                          <a:latin typeface="MS Mincho"/>
                          <a:cs typeface="MS Mincho"/>
                        </a:rPr>
                        <a:t>定</a:t>
                      </a:r>
                      <a:r>
                        <a:rPr sz="1050" dirty="0">
                          <a:latin typeface="MS Mincho"/>
                          <a:cs typeface="MS Mincho"/>
                        </a:rPr>
                        <a:t>	2</a:t>
                      </a:r>
                      <a:r>
                        <a:rPr sz="1050" spc="-260" dirty="0">
                          <a:latin typeface="MS Mincho"/>
                          <a:cs typeface="MS Mincho"/>
                        </a:rPr>
                        <a:t> </a:t>
                      </a:r>
                      <a:r>
                        <a:rPr sz="1050" spc="-50" dirty="0">
                          <a:latin typeface="MS Mincho"/>
                          <a:cs typeface="MS Mincho"/>
                        </a:rPr>
                        <a:t>級</a:t>
                      </a:r>
                      <a:endParaRPr sz="1050">
                        <a:latin typeface="MS Mincho"/>
                        <a:cs typeface="MS Mincho"/>
                      </a:endParaRPr>
                    </a:p>
                  </a:txBody>
                  <a:tcPr marL="0" marR="0" marT="8001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dirty="0">
                        <a:latin typeface="Times New Roman"/>
                        <a:cs typeface="Times New Roman"/>
                      </a:endParaRPr>
                    </a:p>
                  </a:txBody>
                  <a:tcPr marL="0" marR="0" marT="0" marB="0"/>
                </a:tc>
                <a:extLst>
                  <a:ext uri="{0D108BD9-81ED-4DB2-BD59-A6C34878D82A}">
                    <a16:rowId xmlns:a16="http://schemas.microsoft.com/office/drawing/2014/main" val="10020"/>
                  </a:ext>
                </a:extLst>
              </a:tr>
            </a:tbl>
          </a:graphicData>
        </a:graphic>
      </p:graphicFrame>
      <p:grpSp>
        <p:nvGrpSpPr>
          <p:cNvPr id="3" name="object 3"/>
          <p:cNvGrpSpPr/>
          <p:nvPr/>
        </p:nvGrpSpPr>
        <p:grpSpPr>
          <a:xfrm>
            <a:off x="2225039" y="3918966"/>
            <a:ext cx="173990" cy="6350"/>
            <a:chOff x="2225039" y="3918966"/>
            <a:chExt cx="173990" cy="6350"/>
          </a:xfrm>
        </p:grpSpPr>
        <p:pic>
          <p:nvPicPr>
            <p:cNvPr id="4" name="object 4"/>
            <p:cNvPicPr/>
            <p:nvPr/>
          </p:nvPicPr>
          <p:blipFill>
            <a:blip r:embed="rId3" cstate="print"/>
            <a:stretch>
              <a:fillRect/>
            </a:stretch>
          </p:blipFill>
          <p:spPr>
            <a:xfrm>
              <a:off x="2225039" y="3918966"/>
              <a:ext cx="152400" cy="6095"/>
            </a:xfrm>
            <a:prstGeom prst="rect">
              <a:avLst/>
            </a:prstGeom>
          </p:spPr>
        </p:pic>
        <p:sp>
          <p:nvSpPr>
            <p:cNvPr id="5" name="object 5"/>
            <p:cNvSpPr/>
            <p:nvPr/>
          </p:nvSpPr>
          <p:spPr>
            <a:xfrm>
              <a:off x="2377439" y="3922013"/>
              <a:ext cx="21590" cy="0"/>
            </a:xfrm>
            <a:custGeom>
              <a:avLst/>
              <a:gdLst/>
              <a:ahLst/>
              <a:cxnLst/>
              <a:rect l="l" t="t" r="r" b="b"/>
              <a:pathLst>
                <a:path w="21589">
                  <a:moveTo>
                    <a:pt x="0" y="0"/>
                  </a:moveTo>
                  <a:lnTo>
                    <a:pt x="21335" y="0"/>
                  </a:lnTo>
                </a:path>
              </a:pathLst>
            </a:custGeom>
            <a:ln w="6095">
              <a:solidFill>
                <a:srgbClr val="000000"/>
              </a:solidFill>
            </a:ln>
          </p:spPr>
          <p:txBody>
            <a:bodyPr wrap="square" lIns="0" tIns="0" rIns="0" bIns="0" rtlCol="0"/>
            <a:lstStyle/>
            <a:p>
              <a:endParaRPr/>
            </a:p>
          </p:txBody>
        </p:sp>
      </p:grpSp>
      <p:sp>
        <p:nvSpPr>
          <p:cNvPr id="6" name="object 6"/>
          <p:cNvSpPr/>
          <p:nvPr/>
        </p:nvSpPr>
        <p:spPr>
          <a:xfrm>
            <a:off x="2962655" y="3922014"/>
            <a:ext cx="6350" cy="0"/>
          </a:xfrm>
          <a:custGeom>
            <a:avLst/>
            <a:gdLst/>
            <a:ahLst/>
            <a:cxnLst/>
            <a:rect l="l" t="t" r="r" b="b"/>
            <a:pathLst>
              <a:path w="6350">
                <a:moveTo>
                  <a:pt x="0" y="0"/>
                </a:moveTo>
                <a:lnTo>
                  <a:pt x="6095" y="0"/>
                </a:lnTo>
              </a:path>
            </a:pathLst>
          </a:custGeom>
          <a:ln w="6095">
            <a:solidFill>
              <a:srgbClr val="000000"/>
            </a:solidFill>
          </a:ln>
        </p:spPr>
        <p:txBody>
          <a:bodyPr wrap="square" lIns="0" tIns="0" rIns="0" bIns="0" rtlCol="0"/>
          <a:lstStyle/>
          <a:p>
            <a:endParaRPr/>
          </a:p>
        </p:txBody>
      </p:sp>
      <p:sp>
        <p:nvSpPr>
          <p:cNvPr id="7" name="object 7"/>
          <p:cNvSpPr/>
          <p:nvPr/>
        </p:nvSpPr>
        <p:spPr>
          <a:xfrm>
            <a:off x="4577334" y="3922014"/>
            <a:ext cx="16510" cy="0"/>
          </a:xfrm>
          <a:custGeom>
            <a:avLst/>
            <a:gdLst/>
            <a:ahLst/>
            <a:cxnLst/>
            <a:rect l="l" t="t" r="r" b="b"/>
            <a:pathLst>
              <a:path w="16510">
                <a:moveTo>
                  <a:pt x="0" y="0"/>
                </a:moveTo>
                <a:lnTo>
                  <a:pt x="16001" y="0"/>
                </a:lnTo>
              </a:path>
            </a:pathLst>
          </a:custGeom>
          <a:ln w="6095">
            <a:solidFill>
              <a:srgbClr val="000000"/>
            </a:solidFill>
          </a:ln>
        </p:spPr>
        <p:txBody>
          <a:bodyPr wrap="square" lIns="0" tIns="0" rIns="0" bIns="0" rtlCol="0"/>
          <a:lstStyle/>
          <a:p>
            <a:endParaRPr/>
          </a:p>
        </p:txBody>
      </p:sp>
      <p:sp>
        <p:nvSpPr>
          <p:cNvPr id="8" name="object 8"/>
          <p:cNvSpPr/>
          <p:nvPr/>
        </p:nvSpPr>
        <p:spPr>
          <a:xfrm>
            <a:off x="5328665" y="3922014"/>
            <a:ext cx="6350" cy="0"/>
          </a:xfrm>
          <a:custGeom>
            <a:avLst/>
            <a:gdLst/>
            <a:ahLst/>
            <a:cxnLst/>
            <a:rect l="l" t="t" r="r" b="b"/>
            <a:pathLst>
              <a:path w="6350">
                <a:moveTo>
                  <a:pt x="0" y="0"/>
                </a:moveTo>
                <a:lnTo>
                  <a:pt x="6095" y="0"/>
                </a:lnTo>
              </a:path>
            </a:pathLst>
          </a:custGeom>
          <a:ln w="6095">
            <a:solidFill>
              <a:srgbClr val="FEFEFE"/>
            </a:solidFill>
          </a:ln>
        </p:spPr>
        <p:txBody>
          <a:bodyPr wrap="square" lIns="0" tIns="0" rIns="0" bIns="0" rtlCol="0"/>
          <a:lstStyle/>
          <a:p>
            <a:endParaRPr/>
          </a:p>
        </p:txBody>
      </p:sp>
      <p:grpSp>
        <p:nvGrpSpPr>
          <p:cNvPr id="10" name="object 10"/>
          <p:cNvGrpSpPr/>
          <p:nvPr/>
        </p:nvGrpSpPr>
        <p:grpSpPr>
          <a:xfrm>
            <a:off x="713994" y="401954"/>
            <a:ext cx="6301105" cy="9627235"/>
            <a:chOff x="713994" y="401954"/>
            <a:chExt cx="6301105" cy="9627235"/>
          </a:xfrm>
        </p:grpSpPr>
        <p:sp>
          <p:nvSpPr>
            <p:cNvPr id="11" name="object 11"/>
            <p:cNvSpPr/>
            <p:nvPr/>
          </p:nvSpPr>
          <p:spPr>
            <a:xfrm>
              <a:off x="713994" y="7704581"/>
              <a:ext cx="6301105" cy="330200"/>
            </a:xfrm>
            <a:custGeom>
              <a:avLst/>
              <a:gdLst/>
              <a:ahLst/>
              <a:cxnLst/>
              <a:rect l="l" t="t" r="r" b="b"/>
              <a:pathLst>
                <a:path w="6301105" h="330200">
                  <a:moveTo>
                    <a:pt x="12179" y="0"/>
                  </a:moveTo>
                  <a:lnTo>
                    <a:pt x="0" y="0"/>
                  </a:lnTo>
                  <a:lnTo>
                    <a:pt x="0" y="6083"/>
                  </a:lnTo>
                  <a:lnTo>
                    <a:pt x="0" y="329946"/>
                  </a:lnTo>
                  <a:lnTo>
                    <a:pt x="12179" y="329946"/>
                  </a:lnTo>
                  <a:lnTo>
                    <a:pt x="12179" y="6096"/>
                  </a:lnTo>
                  <a:lnTo>
                    <a:pt x="12179" y="0"/>
                  </a:lnTo>
                  <a:close/>
                </a:path>
                <a:path w="6301105" h="330200">
                  <a:moveTo>
                    <a:pt x="872477" y="0"/>
                  </a:moveTo>
                  <a:lnTo>
                    <a:pt x="12192" y="0"/>
                  </a:lnTo>
                  <a:lnTo>
                    <a:pt x="12192" y="6096"/>
                  </a:lnTo>
                  <a:lnTo>
                    <a:pt x="872477" y="6096"/>
                  </a:lnTo>
                  <a:lnTo>
                    <a:pt x="872477" y="0"/>
                  </a:lnTo>
                  <a:close/>
                </a:path>
                <a:path w="6301105" h="330200">
                  <a:moveTo>
                    <a:pt x="1347965" y="0"/>
                  </a:moveTo>
                  <a:lnTo>
                    <a:pt x="1341894" y="0"/>
                  </a:lnTo>
                  <a:lnTo>
                    <a:pt x="878586" y="0"/>
                  </a:lnTo>
                  <a:lnTo>
                    <a:pt x="878586" y="6096"/>
                  </a:lnTo>
                  <a:lnTo>
                    <a:pt x="1341882" y="6096"/>
                  </a:lnTo>
                  <a:lnTo>
                    <a:pt x="1347965" y="6096"/>
                  </a:lnTo>
                  <a:lnTo>
                    <a:pt x="1347965" y="0"/>
                  </a:lnTo>
                  <a:close/>
                </a:path>
                <a:path w="6301105" h="330200">
                  <a:moveTo>
                    <a:pt x="6300952" y="0"/>
                  </a:moveTo>
                  <a:lnTo>
                    <a:pt x="6288786" y="0"/>
                  </a:lnTo>
                  <a:lnTo>
                    <a:pt x="1347978" y="0"/>
                  </a:lnTo>
                  <a:lnTo>
                    <a:pt x="1347978" y="6096"/>
                  </a:lnTo>
                  <a:lnTo>
                    <a:pt x="6288786" y="6096"/>
                  </a:lnTo>
                  <a:lnTo>
                    <a:pt x="6300952" y="6096"/>
                  </a:lnTo>
                  <a:lnTo>
                    <a:pt x="6300952" y="0"/>
                  </a:lnTo>
                  <a:close/>
                </a:path>
              </a:pathLst>
            </a:custGeom>
            <a:solidFill>
              <a:srgbClr val="000000"/>
            </a:solidFill>
          </p:spPr>
          <p:txBody>
            <a:bodyPr wrap="square" lIns="0" tIns="0" rIns="0" bIns="0" rtlCol="0"/>
            <a:lstStyle/>
            <a:p>
              <a:endParaRPr/>
            </a:p>
          </p:txBody>
        </p:sp>
        <p:pic>
          <p:nvPicPr>
            <p:cNvPr id="12" name="object 12"/>
            <p:cNvPicPr/>
            <p:nvPr/>
          </p:nvPicPr>
          <p:blipFill>
            <a:blip r:embed="rId4" cstate="print"/>
            <a:stretch>
              <a:fillRect/>
            </a:stretch>
          </p:blipFill>
          <p:spPr>
            <a:xfrm>
              <a:off x="1586483" y="6724662"/>
              <a:ext cx="6095" cy="2300465"/>
            </a:xfrm>
            <a:prstGeom prst="rect">
              <a:avLst/>
            </a:prstGeom>
          </p:spPr>
        </p:pic>
        <p:sp>
          <p:nvSpPr>
            <p:cNvPr id="13" name="object 13"/>
            <p:cNvSpPr/>
            <p:nvPr/>
          </p:nvSpPr>
          <p:spPr>
            <a:xfrm>
              <a:off x="1589532" y="8015478"/>
              <a:ext cx="0" cy="19050"/>
            </a:xfrm>
            <a:custGeom>
              <a:avLst/>
              <a:gdLst/>
              <a:ahLst/>
              <a:cxnLst/>
              <a:rect l="l" t="t" r="r" b="b"/>
              <a:pathLst>
                <a:path h="19050">
                  <a:moveTo>
                    <a:pt x="0" y="19049"/>
                  </a:moveTo>
                  <a:lnTo>
                    <a:pt x="0" y="0"/>
                  </a:lnTo>
                </a:path>
              </a:pathLst>
            </a:custGeom>
            <a:ln w="6095">
              <a:solidFill>
                <a:srgbClr val="000000"/>
              </a:solidFill>
            </a:ln>
          </p:spPr>
          <p:txBody>
            <a:bodyPr wrap="square" lIns="0" tIns="0" rIns="0" bIns="0" rtlCol="0"/>
            <a:lstStyle/>
            <a:p>
              <a:endParaRPr/>
            </a:p>
          </p:txBody>
        </p:sp>
        <p:sp>
          <p:nvSpPr>
            <p:cNvPr id="14" name="object 14"/>
            <p:cNvSpPr/>
            <p:nvPr/>
          </p:nvSpPr>
          <p:spPr>
            <a:xfrm>
              <a:off x="713994" y="7710665"/>
              <a:ext cx="6301105" cy="661035"/>
            </a:xfrm>
            <a:custGeom>
              <a:avLst/>
              <a:gdLst/>
              <a:ahLst/>
              <a:cxnLst/>
              <a:rect l="l" t="t" r="r" b="b"/>
              <a:pathLst>
                <a:path w="6301105" h="661034">
                  <a:moveTo>
                    <a:pt x="12179" y="654583"/>
                  </a:moveTo>
                  <a:lnTo>
                    <a:pt x="0" y="654583"/>
                  </a:lnTo>
                  <a:lnTo>
                    <a:pt x="0" y="660666"/>
                  </a:lnTo>
                  <a:lnTo>
                    <a:pt x="12179" y="660666"/>
                  </a:lnTo>
                  <a:lnTo>
                    <a:pt x="12179" y="654583"/>
                  </a:lnTo>
                  <a:close/>
                </a:path>
                <a:path w="6301105" h="661034">
                  <a:moveTo>
                    <a:pt x="12179" y="323862"/>
                  </a:moveTo>
                  <a:lnTo>
                    <a:pt x="0" y="323862"/>
                  </a:lnTo>
                  <a:lnTo>
                    <a:pt x="0" y="329958"/>
                  </a:lnTo>
                  <a:lnTo>
                    <a:pt x="0" y="654570"/>
                  </a:lnTo>
                  <a:lnTo>
                    <a:pt x="12179" y="654570"/>
                  </a:lnTo>
                  <a:lnTo>
                    <a:pt x="12179" y="329958"/>
                  </a:lnTo>
                  <a:lnTo>
                    <a:pt x="12179" y="323862"/>
                  </a:lnTo>
                  <a:close/>
                </a:path>
                <a:path w="6301105" h="661034">
                  <a:moveTo>
                    <a:pt x="872477" y="654583"/>
                  </a:moveTo>
                  <a:lnTo>
                    <a:pt x="12192" y="654583"/>
                  </a:lnTo>
                  <a:lnTo>
                    <a:pt x="12192" y="660666"/>
                  </a:lnTo>
                  <a:lnTo>
                    <a:pt x="872477" y="660666"/>
                  </a:lnTo>
                  <a:lnTo>
                    <a:pt x="872477" y="654583"/>
                  </a:lnTo>
                  <a:close/>
                </a:path>
                <a:path w="6301105" h="661034">
                  <a:moveTo>
                    <a:pt x="872477" y="323862"/>
                  </a:moveTo>
                  <a:lnTo>
                    <a:pt x="12192" y="323862"/>
                  </a:lnTo>
                  <a:lnTo>
                    <a:pt x="12192" y="329958"/>
                  </a:lnTo>
                  <a:lnTo>
                    <a:pt x="872477" y="329958"/>
                  </a:lnTo>
                  <a:lnTo>
                    <a:pt x="872477" y="323862"/>
                  </a:lnTo>
                  <a:close/>
                </a:path>
                <a:path w="6301105" h="661034">
                  <a:moveTo>
                    <a:pt x="1347965" y="0"/>
                  </a:moveTo>
                  <a:lnTo>
                    <a:pt x="1341882" y="0"/>
                  </a:lnTo>
                  <a:lnTo>
                    <a:pt x="1341882" y="323862"/>
                  </a:lnTo>
                  <a:lnTo>
                    <a:pt x="878586" y="323862"/>
                  </a:lnTo>
                  <a:lnTo>
                    <a:pt x="878586" y="329958"/>
                  </a:lnTo>
                  <a:lnTo>
                    <a:pt x="1341882" y="329958"/>
                  </a:lnTo>
                  <a:lnTo>
                    <a:pt x="1341882" y="654570"/>
                  </a:lnTo>
                  <a:lnTo>
                    <a:pt x="1347965" y="654570"/>
                  </a:lnTo>
                  <a:lnTo>
                    <a:pt x="1347965" y="329958"/>
                  </a:lnTo>
                  <a:lnTo>
                    <a:pt x="1347965" y="323862"/>
                  </a:lnTo>
                  <a:lnTo>
                    <a:pt x="1347965" y="0"/>
                  </a:lnTo>
                  <a:close/>
                </a:path>
                <a:path w="6301105" h="661034">
                  <a:moveTo>
                    <a:pt x="6300952" y="0"/>
                  </a:moveTo>
                  <a:lnTo>
                    <a:pt x="6288786" y="0"/>
                  </a:lnTo>
                  <a:lnTo>
                    <a:pt x="6288786" y="323862"/>
                  </a:lnTo>
                  <a:lnTo>
                    <a:pt x="1347978" y="323862"/>
                  </a:lnTo>
                  <a:lnTo>
                    <a:pt x="1347978" y="329958"/>
                  </a:lnTo>
                  <a:lnTo>
                    <a:pt x="6288786" y="329958"/>
                  </a:lnTo>
                  <a:lnTo>
                    <a:pt x="6288786" y="654570"/>
                  </a:lnTo>
                  <a:lnTo>
                    <a:pt x="6300952" y="654570"/>
                  </a:lnTo>
                  <a:lnTo>
                    <a:pt x="6300952" y="329958"/>
                  </a:lnTo>
                  <a:lnTo>
                    <a:pt x="6300952" y="323862"/>
                  </a:lnTo>
                  <a:lnTo>
                    <a:pt x="6300952" y="0"/>
                  </a:lnTo>
                  <a:close/>
                </a:path>
              </a:pathLst>
            </a:custGeom>
            <a:solidFill>
              <a:srgbClr val="000000"/>
            </a:solidFill>
          </p:spPr>
          <p:txBody>
            <a:bodyPr wrap="square" lIns="0" tIns="0" rIns="0" bIns="0" rtlCol="0"/>
            <a:lstStyle/>
            <a:p>
              <a:endParaRPr/>
            </a:p>
          </p:txBody>
        </p:sp>
        <p:sp>
          <p:nvSpPr>
            <p:cNvPr id="15" name="object 15"/>
            <p:cNvSpPr/>
            <p:nvPr/>
          </p:nvSpPr>
          <p:spPr>
            <a:xfrm>
              <a:off x="1586483" y="8368284"/>
              <a:ext cx="6350" cy="0"/>
            </a:xfrm>
            <a:custGeom>
              <a:avLst/>
              <a:gdLst/>
              <a:ahLst/>
              <a:cxnLst/>
              <a:rect l="l" t="t" r="r" b="b"/>
              <a:pathLst>
                <a:path w="6350">
                  <a:moveTo>
                    <a:pt x="0" y="0"/>
                  </a:moveTo>
                  <a:lnTo>
                    <a:pt x="6095" y="0"/>
                  </a:lnTo>
                </a:path>
              </a:pathLst>
            </a:custGeom>
            <a:ln w="6095">
              <a:solidFill>
                <a:srgbClr val="000000"/>
              </a:solidFill>
            </a:ln>
          </p:spPr>
          <p:txBody>
            <a:bodyPr wrap="square" lIns="0" tIns="0" rIns="0" bIns="0" rtlCol="0"/>
            <a:lstStyle/>
            <a:p>
              <a:endParaRPr/>
            </a:p>
          </p:txBody>
        </p:sp>
        <p:sp>
          <p:nvSpPr>
            <p:cNvPr id="16" name="object 16"/>
            <p:cNvSpPr/>
            <p:nvPr/>
          </p:nvSpPr>
          <p:spPr>
            <a:xfrm>
              <a:off x="713994" y="8365248"/>
              <a:ext cx="6301105" cy="336550"/>
            </a:xfrm>
            <a:custGeom>
              <a:avLst/>
              <a:gdLst/>
              <a:ahLst/>
              <a:cxnLst/>
              <a:rect l="l" t="t" r="r" b="b"/>
              <a:pathLst>
                <a:path w="6301105" h="336550">
                  <a:moveTo>
                    <a:pt x="12179" y="6070"/>
                  </a:moveTo>
                  <a:lnTo>
                    <a:pt x="0" y="6070"/>
                  </a:lnTo>
                  <a:lnTo>
                    <a:pt x="0" y="329933"/>
                  </a:lnTo>
                  <a:lnTo>
                    <a:pt x="0" y="336029"/>
                  </a:lnTo>
                  <a:lnTo>
                    <a:pt x="12179" y="336029"/>
                  </a:lnTo>
                  <a:lnTo>
                    <a:pt x="12179" y="329933"/>
                  </a:lnTo>
                  <a:lnTo>
                    <a:pt x="12179" y="6070"/>
                  </a:lnTo>
                  <a:close/>
                </a:path>
                <a:path w="6301105" h="336550">
                  <a:moveTo>
                    <a:pt x="872477" y="329933"/>
                  </a:moveTo>
                  <a:lnTo>
                    <a:pt x="12192" y="329933"/>
                  </a:lnTo>
                  <a:lnTo>
                    <a:pt x="12192" y="336029"/>
                  </a:lnTo>
                  <a:lnTo>
                    <a:pt x="872477" y="336029"/>
                  </a:lnTo>
                  <a:lnTo>
                    <a:pt x="872477" y="329933"/>
                  </a:lnTo>
                  <a:close/>
                </a:path>
                <a:path w="6301105" h="336550">
                  <a:moveTo>
                    <a:pt x="1347965" y="0"/>
                  </a:moveTo>
                  <a:lnTo>
                    <a:pt x="1341894" y="0"/>
                  </a:lnTo>
                  <a:lnTo>
                    <a:pt x="878586" y="0"/>
                  </a:lnTo>
                  <a:lnTo>
                    <a:pt x="878586" y="6083"/>
                  </a:lnTo>
                  <a:lnTo>
                    <a:pt x="1341882" y="6083"/>
                  </a:lnTo>
                  <a:lnTo>
                    <a:pt x="1341882" y="329933"/>
                  </a:lnTo>
                  <a:lnTo>
                    <a:pt x="1347965" y="329933"/>
                  </a:lnTo>
                  <a:lnTo>
                    <a:pt x="1347965" y="6083"/>
                  </a:lnTo>
                  <a:lnTo>
                    <a:pt x="1347965" y="0"/>
                  </a:lnTo>
                  <a:close/>
                </a:path>
                <a:path w="6301105" h="336550">
                  <a:moveTo>
                    <a:pt x="6300952" y="0"/>
                  </a:moveTo>
                  <a:lnTo>
                    <a:pt x="6288786" y="0"/>
                  </a:lnTo>
                  <a:lnTo>
                    <a:pt x="1347978" y="0"/>
                  </a:lnTo>
                  <a:lnTo>
                    <a:pt x="1347978" y="6083"/>
                  </a:lnTo>
                  <a:lnTo>
                    <a:pt x="6288786" y="6083"/>
                  </a:lnTo>
                  <a:lnTo>
                    <a:pt x="6288786" y="329933"/>
                  </a:lnTo>
                  <a:lnTo>
                    <a:pt x="6300952" y="329933"/>
                  </a:lnTo>
                  <a:lnTo>
                    <a:pt x="6300952" y="6083"/>
                  </a:lnTo>
                  <a:lnTo>
                    <a:pt x="6300952" y="0"/>
                  </a:lnTo>
                  <a:close/>
                </a:path>
              </a:pathLst>
            </a:custGeom>
            <a:solidFill>
              <a:srgbClr val="000000"/>
            </a:solidFill>
          </p:spPr>
          <p:txBody>
            <a:bodyPr wrap="square" lIns="0" tIns="0" rIns="0" bIns="0" rtlCol="0"/>
            <a:lstStyle/>
            <a:p>
              <a:endParaRPr/>
            </a:p>
          </p:txBody>
        </p:sp>
        <p:sp>
          <p:nvSpPr>
            <p:cNvPr id="17" name="object 17"/>
            <p:cNvSpPr/>
            <p:nvPr/>
          </p:nvSpPr>
          <p:spPr>
            <a:xfrm>
              <a:off x="1586483" y="8698229"/>
              <a:ext cx="6350" cy="0"/>
            </a:xfrm>
            <a:custGeom>
              <a:avLst/>
              <a:gdLst/>
              <a:ahLst/>
              <a:cxnLst/>
              <a:rect l="l" t="t" r="r" b="b"/>
              <a:pathLst>
                <a:path w="6350">
                  <a:moveTo>
                    <a:pt x="0" y="0"/>
                  </a:moveTo>
                  <a:lnTo>
                    <a:pt x="6095" y="0"/>
                  </a:lnTo>
                </a:path>
              </a:pathLst>
            </a:custGeom>
            <a:ln w="6095">
              <a:solidFill>
                <a:srgbClr val="000000"/>
              </a:solidFill>
            </a:ln>
          </p:spPr>
          <p:txBody>
            <a:bodyPr wrap="square" lIns="0" tIns="0" rIns="0" bIns="0" rtlCol="0"/>
            <a:lstStyle/>
            <a:p>
              <a:endParaRPr/>
            </a:p>
          </p:txBody>
        </p:sp>
        <p:sp>
          <p:nvSpPr>
            <p:cNvPr id="18" name="object 18"/>
            <p:cNvSpPr/>
            <p:nvPr/>
          </p:nvSpPr>
          <p:spPr>
            <a:xfrm>
              <a:off x="713994" y="8695181"/>
              <a:ext cx="6301105" cy="336550"/>
            </a:xfrm>
            <a:custGeom>
              <a:avLst/>
              <a:gdLst/>
              <a:ahLst/>
              <a:cxnLst/>
              <a:rect l="l" t="t" r="r" b="b"/>
              <a:pathLst>
                <a:path w="6301105" h="336550">
                  <a:moveTo>
                    <a:pt x="12179" y="6096"/>
                  </a:moveTo>
                  <a:lnTo>
                    <a:pt x="0" y="6096"/>
                  </a:lnTo>
                  <a:lnTo>
                    <a:pt x="0" y="329933"/>
                  </a:lnTo>
                  <a:lnTo>
                    <a:pt x="0" y="336042"/>
                  </a:lnTo>
                  <a:lnTo>
                    <a:pt x="12179" y="336042"/>
                  </a:lnTo>
                  <a:lnTo>
                    <a:pt x="12179" y="329946"/>
                  </a:lnTo>
                  <a:lnTo>
                    <a:pt x="12179" y="6096"/>
                  </a:lnTo>
                  <a:close/>
                </a:path>
                <a:path w="6301105" h="336550">
                  <a:moveTo>
                    <a:pt x="872477" y="329933"/>
                  </a:moveTo>
                  <a:lnTo>
                    <a:pt x="12192" y="329933"/>
                  </a:lnTo>
                  <a:lnTo>
                    <a:pt x="12192" y="336042"/>
                  </a:lnTo>
                  <a:lnTo>
                    <a:pt x="872477" y="336042"/>
                  </a:lnTo>
                  <a:lnTo>
                    <a:pt x="872477" y="329933"/>
                  </a:lnTo>
                  <a:close/>
                </a:path>
                <a:path w="6301105" h="336550">
                  <a:moveTo>
                    <a:pt x="1347965" y="0"/>
                  </a:moveTo>
                  <a:lnTo>
                    <a:pt x="1341894" y="0"/>
                  </a:lnTo>
                  <a:lnTo>
                    <a:pt x="878586" y="0"/>
                  </a:lnTo>
                  <a:lnTo>
                    <a:pt x="878586" y="6096"/>
                  </a:lnTo>
                  <a:lnTo>
                    <a:pt x="1341882" y="6096"/>
                  </a:lnTo>
                  <a:lnTo>
                    <a:pt x="1341882" y="329946"/>
                  </a:lnTo>
                  <a:lnTo>
                    <a:pt x="1347965" y="329946"/>
                  </a:lnTo>
                  <a:lnTo>
                    <a:pt x="1347965" y="6096"/>
                  </a:lnTo>
                  <a:lnTo>
                    <a:pt x="1347965" y="0"/>
                  </a:lnTo>
                  <a:close/>
                </a:path>
                <a:path w="6301105" h="336550">
                  <a:moveTo>
                    <a:pt x="6300952" y="0"/>
                  </a:moveTo>
                  <a:lnTo>
                    <a:pt x="6288786" y="0"/>
                  </a:lnTo>
                  <a:lnTo>
                    <a:pt x="1347978" y="0"/>
                  </a:lnTo>
                  <a:lnTo>
                    <a:pt x="1347978" y="6096"/>
                  </a:lnTo>
                  <a:lnTo>
                    <a:pt x="6288786" y="6096"/>
                  </a:lnTo>
                  <a:lnTo>
                    <a:pt x="6288786" y="329946"/>
                  </a:lnTo>
                  <a:lnTo>
                    <a:pt x="6300952" y="329946"/>
                  </a:lnTo>
                  <a:lnTo>
                    <a:pt x="6300952" y="6096"/>
                  </a:lnTo>
                  <a:lnTo>
                    <a:pt x="6300952" y="0"/>
                  </a:lnTo>
                  <a:close/>
                </a:path>
              </a:pathLst>
            </a:custGeom>
            <a:solidFill>
              <a:srgbClr val="000000"/>
            </a:solidFill>
          </p:spPr>
          <p:txBody>
            <a:bodyPr wrap="square" lIns="0" tIns="0" rIns="0" bIns="0" rtlCol="0"/>
            <a:lstStyle/>
            <a:p>
              <a:endParaRPr/>
            </a:p>
          </p:txBody>
        </p:sp>
        <p:sp>
          <p:nvSpPr>
            <p:cNvPr id="19" name="object 19"/>
            <p:cNvSpPr/>
            <p:nvPr/>
          </p:nvSpPr>
          <p:spPr>
            <a:xfrm>
              <a:off x="1589532" y="9025127"/>
              <a:ext cx="0" cy="6350"/>
            </a:xfrm>
            <a:custGeom>
              <a:avLst/>
              <a:gdLst/>
              <a:ahLst/>
              <a:cxnLst/>
              <a:rect l="l" t="t" r="r" b="b"/>
              <a:pathLst>
                <a:path h="6350">
                  <a:moveTo>
                    <a:pt x="0" y="6096"/>
                  </a:moveTo>
                  <a:lnTo>
                    <a:pt x="0" y="0"/>
                  </a:lnTo>
                </a:path>
              </a:pathLst>
            </a:custGeom>
            <a:ln w="6095">
              <a:solidFill>
                <a:srgbClr val="000000"/>
              </a:solidFill>
            </a:ln>
          </p:spPr>
          <p:txBody>
            <a:bodyPr wrap="square" lIns="0" tIns="0" rIns="0" bIns="0" rtlCol="0"/>
            <a:lstStyle/>
            <a:p>
              <a:endParaRPr/>
            </a:p>
          </p:txBody>
        </p:sp>
        <p:sp>
          <p:nvSpPr>
            <p:cNvPr id="20" name="object 20"/>
            <p:cNvSpPr/>
            <p:nvPr/>
          </p:nvSpPr>
          <p:spPr>
            <a:xfrm>
              <a:off x="713994" y="9025115"/>
              <a:ext cx="6301105" cy="337185"/>
            </a:xfrm>
            <a:custGeom>
              <a:avLst/>
              <a:gdLst/>
              <a:ahLst/>
              <a:cxnLst/>
              <a:rect l="l" t="t" r="r" b="b"/>
              <a:pathLst>
                <a:path w="6301105" h="337184">
                  <a:moveTo>
                    <a:pt x="12179" y="6121"/>
                  </a:moveTo>
                  <a:lnTo>
                    <a:pt x="0" y="6121"/>
                  </a:lnTo>
                  <a:lnTo>
                    <a:pt x="0" y="330720"/>
                  </a:lnTo>
                  <a:lnTo>
                    <a:pt x="0" y="336816"/>
                  </a:lnTo>
                  <a:lnTo>
                    <a:pt x="12179" y="336816"/>
                  </a:lnTo>
                  <a:lnTo>
                    <a:pt x="12179" y="330720"/>
                  </a:lnTo>
                  <a:lnTo>
                    <a:pt x="12179" y="6121"/>
                  </a:lnTo>
                  <a:close/>
                </a:path>
                <a:path w="6301105" h="337184">
                  <a:moveTo>
                    <a:pt x="872477" y="330720"/>
                  </a:moveTo>
                  <a:lnTo>
                    <a:pt x="12192" y="330720"/>
                  </a:lnTo>
                  <a:lnTo>
                    <a:pt x="12192" y="336816"/>
                  </a:lnTo>
                  <a:lnTo>
                    <a:pt x="872477" y="336816"/>
                  </a:lnTo>
                  <a:lnTo>
                    <a:pt x="872477" y="330720"/>
                  </a:lnTo>
                  <a:close/>
                </a:path>
                <a:path w="6301105" h="337184">
                  <a:moveTo>
                    <a:pt x="1347965" y="6121"/>
                  </a:moveTo>
                  <a:lnTo>
                    <a:pt x="1341882" y="6121"/>
                  </a:lnTo>
                  <a:lnTo>
                    <a:pt x="1341882" y="330720"/>
                  </a:lnTo>
                  <a:lnTo>
                    <a:pt x="1347965" y="330720"/>
                  </a:lnTo>
                  <a:lnTo>
                    <a:pt x="1347965" y="6121"/>
                  </a:lnTo>
                  <a:close/>
                </a:path>
                <a:path w="6301105" h="337184">
                  <a:moveTo>
                    <a:pt x="1347965" y="0"/>
                  </a:moveTo>
                  <a:lnTo>
                    <a:pt x="1341894" y="0"/>
                  </a:lnTo>
                  <a:lnTo>
                    <a:pt x="878586" y="0"/>
                  </a:lnTo>
                  <a:lnTo>
                    <a:pt x="878586" y="6108"/>
                  </a:lnTo>
                  <a:lnTo>
                    <a:pt x="1341882" y="6108"/>
                  </a:lnTo>
                  <a:lnTo>
                    <a:pt x="1347965" y="6108"/>
                  </a:lnTo>
                  <a:lnTo>
                    <a:pt x="1347965" y="0"/>
                  </a:lnTo>
                  <a:close/>
                </a:path>
                <a:path w="6301105" h="337184">
                  <a:moveTo>
                    <a:pt x="6300952" y="6121"/>
                  </a:moveTo>
                  <a:lnTo>
                    <a:pt x="6288786" y="6121"/>
                  </a:lnTo>
                  <a:lnTo>
                    <a:pt x="6288786" y="330720"/>
                  </a:lnTo>
                  <a:lnTo>
                    <a:pt x="6300952" y="330720"/>
                  </a:lnTo>
                  <a:lnTo>
                    <a:pt x="6300952" y="6121"/>
                  </a:lnTo>
                  <a:close/>
                </a:path>
                <a:path w="6301105" h="337184">
                  <a:moveTo>
                    <a:pt x="6300952" y="0"/>
                  </a:moveTo>
                  <a:lnTo>
                    <a:pt x="6288786" y="0"/>
                  </a:lnTo>
                  <a:lnTo>
                    <a:pt x="1347978" y="0"/>
                  </a:lnTo>
                  <a:lnTo>
                    <a:pt x="1347978" y="6108"/>
                  </a:lnTo>
                  <a:lnTo>
                    <a:pt x="6288786" y="6108"/>
                  </a:lnTo>
                  <a:lnTo>
                    <a:pt x="6300952" y="6108"/>
                  </a:lnTo>
                  <a:lnTo>
                    <a:pt x="6300952" y="0"/>
                  </a:lnTo>
                  <a:close/>
                </a:path>
              </a:pathLst>
            </a:custGeom>
            <a:solidFill>
              <a:srgbClr val="000000"/>
            </a:solidFill>
          </p:spPr>
          <p:txBody>
            <a:bodyPr wrap="square" lIns="0" tIns="0" rIns="0" bIns="0" rtlCol="0"/>
            <a:lstStyle/>
            <a:p>
              <a:endParaRPr/>
            </a:p>
          </p:txBody>
        </p:sp>
        <p:sp>
          <p:nvSpPr>
            <p:cNvPr id="21" name="object 21"/>
            <p:cNvSpPr/>
            <p:nvPr/>
          </p:nvSpPr>
          <p:spPr>
            <a:xfrm>
              <a:off x="1586483" y="9358884"/>
              <a:ext cx="6350" cy="0"/>
            </a:xfrm>
            <a:custGeom>
              <a:avLst/>
              <a:gdLst/>
              <a:ahLst/>
              <a:cxnLst/>
              <a:rect l="l" t="t" r="r" b="b"/>
              <a:pathLst>
                <a:path w="6350">
                  <a:moveTo>
                    <a:pt x="0" y="0"/>
                  </a:moveTo>
                  <a:lnTo>
                    <a:pt x="6095" y="0"/>
                  </a:lnTo>
                </a:path>
              </a:pathLst>
            </a:custGeom>
            <a:ln w="6095">
              <a:solidFill>
                <a:srgbClr val="000000"/>
              </a:solidFill>
            </a:ln>
          </p:spPr>
          <p:txBody>
            <a:bodyPr wrap="square" lIns="0" tIns="0" rIns="0" bIns="0" rtlCol="0"/>
            <a:lstStyle/>
            <a:p>
              <a:endParaRPr/>
            </a:p>
          </p:txBody>
        </p:sp>
        <p:sp>
          <p:nvSpPr>
            <p:cNvPr id="22" name="object 22"/>
            <p:cNvSpPr/>
            <p:nvPr/>
          </p:nvSpPr>
          <p:spPr>
            <a:xfrm>
              <a:off x="713994" y="9355835"/>
              <a:ext cx="6301105" cy="330200"/>
            </a:xfrm>
            <a:custGeom>
              <a:avLst/>
              <a:gdLst/>
              <a:ahLst/>
              <a:cxnLst/>
              <a:rect l="l" t="t" r="r" b="b"/>
              <a:pathLst>
                <a:path w="6301105" h="330200">
                  <a:moveTo>
                    <a:pt x="12179" y="6096"/>
                  </a:moveTo>
                  <a:lnTo>
                    <a:pt x="0" y="6096"/>
                  </a:lnTo>
                  <a:lnTo>
                    <a:pt x="0" y="329946"/>
                  </a:lnTo>
                  <a:lnTo>
                    <a:pt x="12179" y="329946"/>
                  </a:lnTo>
                  <a:lnTo>
                    <a:pt x="12179" y="6096"/>
                  </a:lnTo>
                  <a:close/>
                </a:path>
                <a:path w="6301105" h="330200">
                  <a:moveTo>
                    <a:pt x="1347965" y="0"/>
                  </a:moveTo>
                  <a:lnTo>
                    <a:pt x="1341894" y="0"/>
                  </a:lnTo>
                  <a:lnTo>
                    <a:pt x="878586" y="0"/>
                  </a:lnTo>
                  <a:lnTo>
                    <a:pt x="878586" y="6096"/>
                  </a:lnTo>
                  <a:lnTo>
                    <a:pt x="1341882" y="6096"/>
                  </a:lnTo>
                  <a:lnTo>
                    <a:pt x="1347965" y="6096"/>
                  </a:lnTo>
                  <a:lnTo>
                    <a:pt x="1347965" y="0"/>
                  </a:lnTo>
                  <a:close/>
                </a:path>
                <a:path w="6301105" h="330200">
                  <a:moveTo>
                    <a:pt x="6300952" y="0"/>
                  </a:moveTo>
                  <a:lnTo>
                    <a:pt x="6288786" y="0"/>
                  </a:lnTo>
                  <a:lnTo>
                    <a:pt x="1347978" y="0"/>
                  </a:lnTo>
                  <a:lnTo>
                    <a:pt x="1347978" y="6096"/>
                  </a:lnTo>
                  <a:lnTo>
                    <a:pt x="6288786" y="6096"/>
                  </a:lnTo>
                  <a:lnTo>
                    <a:pt x="6300952" y="6096"/>
                  </a:lnTo>
                  <a:lnTo>
                    <a:pt x="6300952" y="0"/>
                  </a:lnTo>
                  <a:close/>
                </a:path>
              </a:pathLst>
            </a:custGeom>
            <a:solidFill>
              <a:srgbClr val="000000"/>
            </a:solidFill>
          </p:spPr>
          <p:txBody>
            <a:bodyPr wrap="square" lIns="0" tIns="0" rIns="0" bIns="0" rtlCol="0"/>
            <a:lstStyle/>
            <a:p>
              <a:endParaRPr/>
            </a:p>
          </p:txBody>
        </p:sp>
        <p:pic>
          <p:nvPicPr>
            <p:cNvPr id="23" name="object 23"/>
            <p:cNvPicPr/>
            <p:nvPr/>
          </p:nvPicPr>
          <p:blipFill>
            <a:blip r:embed="rId5" cstate="print"/>
            <a:stretch>
              <a:fillRect/>
            </a:stretch>
          </p:blipFill>
          <p:spPr>
            <a:xfrm>
              <a:off x="1586483" y="9031236"/>
              <a:ext cx="6095" cy="965441"/>
            </a:xfrm>
            <a:prstGeom prst="rect">
              <a:avLst/>
            </a:prstGeom>
          </p:spPr>
        </p:pic>
        <p:sp>
          <p:nvSpPr>
            <p:cNvPr id="24" name="object 24"/>
            <p:cNvSpPr/>
            <p:nvPr/>
          </p:nvSpPr>
          <p:spPr>
            <a:xfrm>
              <a:off x="713994" y="9361931"/>
              <a:ext cx="6301105" cy="666750"/>
            </a:xfrm>
            <a:custGeom>
              <a:avLst/>
              <a:gdLst/>
              <a:ahLst/>
              <a:cxnLst/>
              <a:rect l="l" t="t" r="r" b="b"/>
              <a:pathLst>
                <a:path w="6301105" h="666750">
                  <a:moveTo>
                    <a:pt x="12179" y="654570"/>
                  </a:moveTo>
                  <a:lnTo>
                    <a:pt x="0" y="654570"/>
                  </a:lnTo>
                  <a:lnTo>
                    <a:pt x="0" y="666750"/>
                  </a:lnTo>
                  <a:lnTo>
                    <a:pt x="12179" y="666750"/>
                  </a:lnTo>
                  <a:lnTo>
                    <a:pt x="12179" y="654570"/>
                  </a:lnTo>
                  <a:close/>
                </a:path>
                <a:path w="6301105" h="666750">
                  <a:moveTo>
                    <a:pt x="12179" y="323837"/>
                  </a:moveTo>
                  <a:lnTo>
                    <a:pt x="0" y="323837"/>
                  </a:lnTo>
                  <a:lnTo>
                    <a:pt x="0" y="329946"/>
                  </a:lnTo>
                  <a:lnTo>
                    <a:pt x="0" y="654558"/>
                  </a:lnTo>
                  <a:lnTo>
                    <a:pt x="12179" y="654558"/>
                  </a:lnTo>
                  <a:lnTo>
                    <a:pt x="12179" y="329946"/>
                  </a:lnTo>
                  <a:lnTo>
                    <a:pt x="12179" y="323837"/>
                  </a:lnTo>
                  <a:close/>
                </a:path>
                <a:path w="6301105" h="666750">
                  <a:moveTo>
                    <a:pt x="872477" y="654570"/>
                  </a:moveTo>
                  <a:lnTo>
                    <a:pt x="12192" y="654570"/>
                  </a:lnTo>
                  <a:lnTo>
                    <a:pt x="12192" y="666750"/>
                  </a:lnTo>
                  <a:lnTo>
                    <a:pt x="872477" y="666750"/>
                  </a:lnTo>
                  <a:lnTo>
                    <a:pt x="872477" y="654570"/>
                  </a:lnTo>
                  <a:close/>
                </a:path>
                <a:path w="6301105" h="666750">
                  <a:moveTo>
                    <a:pt x="872477" y="323837"/>
                  </a:moveTo>
                  <a:lnTo>
                    <a:pt x="12192" y="323837"/>
                  </a:lnTo>
                  <a:lnTo>
                    <a:pt x="12192" y="329946"/>
                  </a:lnTo>
                  <a:lnTo>
                    <a:pt x="872477" y="329946"/>
                  </a:lnTo>
                  <a:lnTo>
                    <a:pt x="872477" y="323837"/>
                  </a:lnTo>
                  <a:close/>
                </a:path>
                <a:path w="6301105" h="666750">
                  <a:moveTo>
                    <a:pt x="1347965" y="0"/>
                  </a:moveTo>
                  <a:lnTo>
                    <a:pt x="1341882" y="0"/>
                  </a:lnTo>
                  <a:lnTo>
                    <a:pt x="1341882" y="323837"/>
                  </a:lnTo>
                  <a:lnTo>
                    <a:pt x="878586" y="323837"/>
                  </a:lnTo>
                  <a:lnTo>
                    <a:pt x="878586" y="329946"/>
                  </a:lnTo>
                  <a:lnTo>
                    <a:pt x="1341882" y="329946"/>
                  </a:lnTo>
                  <a:lnTo>
                    <a:pt x="1347965" y="329946"/>
                  </a:lnTo>
                  <a:lnTo>
                    <a:pt x="1347965" y="323850"/>
                  </a:lnTo>
                  <a:lnTo>
                    <a:pt x="1347965" y="0"/>
                  </a:lnTo>
                  <a:close/>
                </a:path>
                <a:path w="6301105" h="666750">
                  <a:moveTo>
                    <a:pt x="6300952" y="0"/>
                  </a:moveTo>
                  <a:lnTo>
                    <a:pt x="6288786" y="0"/>
                  </a:lnTo>
                  <a:lnTo>
                    <a:pt x="6288786" y="323837"/>
                  </a:lnTo>
                  <a:lnTo>
                    <a:pt x="1347978" y="323837"/>
                  </a:lnTo>
                  <a:lnTo>
                    <a:pt x="1347978" y="329946"/>
                  </a:lnTo>
                  <a:lnTo>
                    <a:pt x="6288786" y="329946"/>
                  </a:lnTo>
                  <a:lnTo>
                    <a:pt x="6300952" y="329946"/>
                  </a:lnTo>
                  <a:lnTo>
                    <a:pt x="6300952" y="323850"/>
                  </a:lnTo>
                  <a:lnTo>
                    <a:pt x="6300952" y="0"/>
                  </a:lnTo>
                  <a:close/>
                </a:path>
              </a:pathLst>
            </a:custGeom>
            <a:solidFill>
              <a:srgbClr val="000000"/>
            </a:solidFill>
          </p:spPr>
          <p:txBody>
            <a:bodyPr wrap="square" lIns="0" tIns="0" rIns="0" bIns="0" rtlCol="0"/>
            <a:lstStyle/>
            <a:p>
              <a:endParaRPr/>
            </a:p>
          </p:txBody>
        </p:sp>
        <p:sp>
          <p:nvSpPr>
            <p:cNvPr id="25" name="object 25"/>
            <p:cNvSpPr/>
            <p:nvPr/>
          </p:nvSpPr>
          <p:spPr>
            <a:xfrm>
              <a:off x="1589532" y="9996677"/>
              <a:ext cx="0" cy="20320"/>
            </a:xfrm>
            <a:custGeom>
              <a:avLst/>
              <a:gdLst/>
              <a:ahLst/>
              <a:cxnLst/>
              <a:rect l="l" t="t" r="r" b="b"/>
              <a:pathLst>
                <a:path h="20320">
                  <a:moveTo>
                    <a:pt x="0" y="19811"/>
                  </a:moveTo>
                  <a:lnTo>
                    <a:pt x="0" y="0"/>
                  </a:lnTo>
                </a:path>
              </a:pathLst>
            </a:custGeom>
            <a:ln w="6095">
              <a:solidFill>
                <a:srgbClr val="000000"/>
              </a:solidFill>
            </a:ln>
          </p:spPr>
          <p:txBody>
            <a:bodyPr wrap="square" lIns="0" tIns="0" rIns="0" bIns="0" rtlCol="0"/>
            <a:lstStyle/>
            <a:p>
              <a:endParaRPr/>
            </a:p>
          </p:txBody>
        </p:sp>
        <p:sp>
          <p:nvSpPr>
            <p:cNvPr id="26" name="object 26"/>
            <p:cNvSpPr/>
            <p:nvPr/>
          </p:nvSpPr>
          <p:spPr>
            <a:xfrm>
              <a:off x="1586484" y="9691877"/>
              <a:ext cx="5428615" cy="337185"/>
            </a:xfrm>
            <a:custGeom>
              <a:avLst/>
              <a:gdLst/>
              <a:ahLst/>
              <a:cxnLst/>
              <a:rect l="l" t="t" r="r" b="b"/>
              <a:pathLst>
                <a:path w="5428615" h="337184">
                  <a:moveTo>
                    <a:pt x="475475" y="0"/>
                  </a:moveTo>
                  <a:lnTo>
                    <a:pt x="469392" y="0"/>
                  </a:lnTo>
                  <a:lnTo>
                    <a:pt x="469392" y="324612"/>
                  </a:lnTo>
                  <a:lnTo>
                    <a:pt x="475475" y="324612"/>
                  </a:lnTo>
                  <a:lnTo>
                    <a:pt x="475475" y="0"/>
                  </a:lnTo>
                  <a:close/>
                </a:path>
                <a:path w="5428615" h="337184">
                  <a:moveTo>
                    <a:pt x="481571" y="324624"/>
                  </a:moveTo>
                  <a:lnTo>
                    <a:pt x="469392" y="324624"/>
                  </a:lnTo>
                  <a:lnTo>
                    <a:pt x="12192" y="324624"/>
                  </a:lnTo>
                  <a:lnTo>
                    <a:pt x="0" y="324624"/>
                  </a:lnTo>
                  <a:lnTo>
                    <a:pt x="0" y="336804"/>
                  </a:lnTo>
                  <a:lnTo>
                    <a:pt x="12192" y="336804"/>
                  </a:lnTo>
                  <a:lnTo>
                    <a:pt x="469392" y="336804"/>
                  </a:lnTo>
                  <a:lnTo>
                    <a:pt x="481571" y="336804"/>
                  </a:lnTo>
                  <a:lnTo>
                    <a:pt x="481571" y="324624"/>
                  </a:lnTo>
                  <a:close/>
                </a:path>
                <a:path w="5428615" h="337184">
                  <a:moveTo>
                    <a:pt x="5428462" y="324624"/>
                  </a:moveTo>
                  <a:lnTo>
                    <a:pt x="5416308" y="324624"/>
                  </a:lnTo>
                  <a:lnTo>
                    <a:pt x="481584" y="324624"/>
                  </a:lnTo>
                  <a:lnTo>
                    <a:pt x="481584" y="336804"/>
                  </a:lnTo>
                  <a:lnTo>
                    <a:pt x="5416296" y="336804"/>
                  </a:lnTo>
                  <a:lnTo>
                    <a:pt x="5428462" y="336804"/>
                  </a:lnTo>
                  <a:lnTo>
                    <a:pt x="5428462" y="324624"/>
                  </a:lnTo>
                  <a:close/>
                </a:path>
                <a:path w="5428615" h="337184">
                  <a:moveTo>
                    <a:pt x="5428462" y="0"/>
                  </a:moveTo>
                  <a:lnTo>
                    <a:pt x="5416296" y="0"/>
                  </a:lnTo>
                  <a:lnTo>
                    <a:pt x="5416296" y="324612"/>
                  </a:lnTo>
                  <a:lnTo>
                    <a:pt x="5428462" y="324612"/>
                  </a:lnTo>
                  <a:lnTo>
                    <a:pt x="5428462" y="0"/>
                  </a:lnTo>
                  <a:close/>
                </a:path>
              </a:pathLst>
            </a:custGeom>
            <a:solidFill>
              <a:srgbClr val="000000"/>
            </a:solidFill>
          </p:spPr>
          <p:txBody>
            <a:bodyPr wrap="square" lIns="0" tIns="0" rIns="0" bIns="0" rtlCol="0"/>
            <a:lstStyle/>
            <a:p>
              <a:endParaRPr/>
            </a:p>
          </p:txBody>
        </p:sp>
        <p:sp>
          <p:nvSpPr>
            <p:cNvPr id="27" name="object 27"/>
            <p:cNvSpPr/>
            <p:nvPr/>
          </p:nvSpPr>
          <p:spPr>
            <a:xfrm>
              <a:off x="5303520" y="408304"/>
              <a:ext cx="1619885" cy="2159635"/>
            </a:xfrm>
            <a:custGeom>
              <a:avLst/>
              <a:gdLst/>
              <a:ahLst/>
              <a:cxnLst/>
              <a:rect l="l" t="t" r="r" b="b"/>
              <a:pathLst>
                <a:path w="1619884" h="2159635">
                  <a:moveTo>
                    <a:pt x="0" y="0"/>
                  </a:moveTo>
                  <a:lnTo>
                    <a:pt x="1619884" y="0"/>
                  </a:lnTo>
                  <a:lnTo>
                    <a:pt x="1619884" y="2159634"/>
                  </a:lnTo>
                  <a:lnTo>
                    <a:pt x="0" y="2159634"/>
                  </a:lnTo>
                  <a:lnTo>
                    <a:pt x="0" y="0"/>
                  </a:lnTo>
                  <a:close/>
                </a:path>
              </a:pathLst>
            </a:custGeom>
            <a:ln w="12699">
              <a:solidFill>
                <a:srgbClr val="000000"/>
              </a:solidFill>
            </a:ln>
          </p:spPr>
          <p:txBody>
            <a:bodyPr wrap="square" lIns="0" tIns="0" rIns="0" bIns="0" rtlCol="0"/>
            <a:lstStyle/>
            <a:p>
              <a:endParaRPr/>
            </a:p>
          </p:txBody>
        </p:sp>
      </p:grpSp>
      <p:graphicFrame>
        <p:nvGraphicFramePr>
          <p:cNvPr id="28" name="object 28"/>
          <p:cNvGraphicFramePr>
            <a:graphicFrameLocks noGrp="1"/>
          </p:cNvGraphicFramePr>
          <p:nvPr>
            <p:extLst>
              <p:ext uri="{D42A27DB-BD31-4B8C-83A1-F6EECF244321}">
                <p14:modId xmlns:p14="http://schemas.microsoft.com/office/powerpoint/2010/main" val="1189663204"/>
              </p:ext>
            </p:extLst>
          </p:nvPr>
        </p:nvGraphicFramePr>
        <p:xfrm>
          <a:off x="7693144" y="317500"/>
          <a:ext cx="7108705" cy="9098770"/>
        </p:xfrm>
        <a:graphic>
          <a:graphicData uri="http://schemas.openxmlformats.org/drawingml/2006/table">
            <a:tbl>
              <a:tblPr firstRow="1" bandRow="1">
                <a:tableStyleId>{2D5ABB26-0587-4C30-8999-92F81FD0307C}</a:tableStyleId>
              </a:tblPr>
              <a:tblGrid>
                <a:gridCol w="7108705">
                  <a:extLst>
                    <a:ext uri="{9D8B030D-6E8A-4147-A177-3AD203B41FA5}">
                      <a16:colId xmlns:a16="http://schemas.microsoft.com/office/drawing/2014/main" val="20000"/>
                    </a:ext>
                  </a:extLst>
                </a:gridCol>
              </a:tblGrid>
              <a:tr h="241799">
                <a:tc>
                  <a:txBody>
                    <a:bodyPr/>
                    <a:lstStyle/>
                    <a:p>
                      <a:pPr marL="68580">
                        <a:lnSpc>
                          <a:spcPct val="100000"/>
                        </a:lnSpc>
                        <a:spcBef>
                          <a:spcPts val="180"/>
                        </a:spcBef>
                      </a:pPr>
                      <a:r>
                        <a:rPr sz="1200" b="1" spc="-20" dirty="0">
                          <a:latin typeface="MS Mincho"/>
                          <a:cs typeface="MS Mincho"/>
                        </a:rPr>
                        <a:t>スキル</a:t>
                      </a:r>
                      <a:endParaRPr sz="1200">
                        <a:latin typeface="MS Mincho"/>
                        <a:cs typeface="MS Mincho"/>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39885">
                <a:tc>
                  <a:txBody>
                    <a:bodyPr/>
                    <a:lstStyle/>
                    <a:p>
                      <a:pPr marL="68580">
                        <a:lnSpc>
                          <a:spcPct val="100000"/>
                        </a:lnSpc>
                        <a:spcBef>
                          <a:spcPts val="275"/>
                        </a:spcBef>
                        <a:tabLst>
                          <a:tab pos="1608455" algn="l"/>
                        </a:tabLst>
                      </a:pPr>
                      <a:r>
                        <a:rPr sz="1050" dirty="0">
                          <a:latin typeface="Yu Mincho"/>
                          <a:cs typeface="Yu Mincho"/>
                        </a:rPr>
                        <a:t>Unity</a:t>
                      </a:r>
                      <a:r>
                        <a:rPr sz="1050" spc="-20" dirty="0">
                          <a:latin typeface="Yu Mincho"/>
                          <a:cs typeface="Yu Mincho"/>
                        </a:rPr>
                        <a:t> </a:t>
                      </a:r>
                      <a:r>
                        <a:rPr sz="1050" dirty="0">
                          <a:latin typeface="Yu Mincho"/>
                          <a:cs typeface="Yu Mincho"/>
                        </a:rPr>
                        <a:t>1</a:t>
                      </a:r>
                      <a:r>
                        <a:rPr sz="1050" spc="-25" dirty="0">
                          <a:latin typeface="Yu Mincho"/>
                          <a:cs typeface="Yu Mincho"/>
                        </a:rPr>
                        <a:t> </a:t>
                      </a:r>
                      <a:r>
                        <a:rPr sz="1050" dirty="0">
                          <a:latin typeface="Yu Mincho"/>
                          <a:cs typeface="Yu Mincho"/>
                        </a:rPr>
                        <a:t>年</a:t>
                      </a:r>
                      <a:r>
                        <a:rPr sz="1050" spc="-50" dirty="0">
                          <a:latin typeface="Yu Mincho"/>
                          <a:cs typeface="Yu Mincho"/>
                        </a:rPr>
                        <a:t>間</a:t>
                      </a:r>
                      <a:r>
                        <a:rPr sz="1050" dirty="0">
                          <a:latin typeface="Yu Mincho"/>
                          <a:cs typeface="Yu Mincho"/>
                        </a:rPr>
                        <a:t>	PhotoShop</a:t>
                      </a:r>
                      <a:r>
                        <a:rPr sz="1050" spc="180" dirty="0">
                          <a:latin typeface="Yu Mincho"/>
                          <a:cs typeface="Yu Mincho"/>
                        </a:rPr>
                        <a:t> </a:t>
                      </a:r>
                      <a:r>
                        <a:rPr sz="1050" dirty="0">
                          <a:latin typeface="Yu Mincho"/>
                          <a:cs typeface="Yu Mincho"/>
                        </a:rPr>
                        <a:t>半</a:t>
                      </a:r>
                      <a:r>
                        <a:rPr sz="1050" spc="-50" dirty="0">
                          <a:latin typeface="Yu Mincho"/>
                          <a:cs typeface="Yu Mincho"/>
                        </a:rPr>
                        <a:t>年</a:t>
                      </a:r>
                      <a:endParaRPr sz="1050">
                        <a:latin typeface="Yu Mincho"/>
                        <a:cs typeface="Yu Mincho"/>
                      </a:endParaRPr>
                    </a:p>
                  </a:txBody>
                  <a:tcPr marL="0" marR="0" marT="34925" marB="0">
                    <a:lnL w="12700">
                      <a:solidFill>
                        <a:srgbClr val="000000"/>
                      </a:solidFill>
                      <a:prstDash val="solid"/>
                    </a:lnL>
                    <a:lnR w="12700">
                      <a:solidFill>
                        <a:srgbClr val="000000"/>
                      </a:solidFill>
                      <a:prstDash val="solid"/>
                    </a:lnR>
                    <a:lnT w="12700">
                      <a:solidFill>
                        <a:srgbClr val="000000"/>
                      </a:solidFill>
                      <a:prstDash val="solid"/>
                    </a:lnT>
                  </a:tcPr>
                </a:tc>
                <a:extLst>
                  <a:ext uri="{0D108BD9-81ED-4DB2-BD59-A6C34878D82A}">
                    <a16:rowId xmlns:a16="http://schemas.microsoft.com/office/drawing/2014/main" val="10001"/>
                  </a:ext>
                </a:extLst>
              </a:tr>
              <a:tr h="229678">
                <a:tc>
                  <a:txBody>
                    <a:bodyPr/>
                    <a:lstStyle/>
                    <a:p>
                      <a:pPr marL="68580">
                        <a:lnSpc>
                          <a:spcPct val="100000"/>
                        </a:lnSpc>
                        <a:spcBef>
                          <a:spcPts val="195"/>
                        </a:spcBef>
                        <a:tabLst>
                          <a:tab pos="488315" algn="l"/>
                          <a:tab pos="1660525" algn="l"/>
                        </a:tabLst>
                      </a:pPr>
                      <a:r>
                        <a:rPr sz="1050" spc="-25" dirty="0">
                          <a:latin typeface="Yu Mincho"/>
                          <a:cs typeface="Yu Mincho"/>
                        </a:rPr>
                        <a:t>C++</a:t>
                      </a:r>
                      <a:r>
                        <a:rPr sz="1050" dirty="0">
                          <a:latin typeface="Yu Mincho"/>
                          <a:cs typeface="Yu Mincho"/>
                        </a:rPr>
                        <a:t>	1</a:t>
                      </a:r>
                      <a:r>
                        <a:rPr sz="1050" spc="-25" dirty="0">
                          <a:latin typeface="Yu Mincho"/>
                          <a:cs typeface="Yu Mincho"/>
                        </a:rPr>
                        <a:t> </a:t>
                      </a:r>
                      <a:r>
                        <a:rPr sz="1050" dirty="0">
                          <a:latin typeface="Yu Mincho"/>
                          <a:cs typeface="Yu Mincho"/>
                        </a:rPr>
                        <a:t>年</a:t>
                      </a:r>
                      <a:r>
                        <a:rPr sz="1050" spc="-50" dirty="0">
                          <a:latin typeface="Yu Mincho"/>
                          <a:cs typeface="Yu Mincho"/>
                        </a:rPr>
                        <a:t>間</a:t>
                      </a:r>
                      <a:r>
                        <a:rPr sz="1050" dirty="0">
                          <a:latin typeface="Yu Mincho"/>
                          <a:cs typeface="Yu Mincho"/>
                        </a:rPr>
                        <a:t>	Maya</a:t>
                      </a:r>
                      <a:r>
                        <a:rPr sz="1050" spc="-15" dirty="0">
                          <a:latin typeface="Yu Mincho"/>
                          <a:cs typeface="Yu Mincho"/>
                        </a:rPr>
                        <a:t> </a:t>
                      </a:r>
                      <a:r>
                        <a:rPr sz="1050" dirty="0">
                          <a:latin typeface="Yu Mincho"/>
                          <a:cs typeface="Yu Mincho"/>
                        </a:rPr>
                        <a:t>3</a:t>
                      </a:r>
                      <a:r>
                        <a:rPr sz="1050" spc="-25" dirty="0">
                          <a:latin typeface="Yu Mincho"/>
                          <a:cs typeface="Yu Mincho"/>
                        </a:rPr>
                        <a:t> </a:t>
                      </a:r>
                      <a:r>
                        <a:rPr sz="1050" dirty="0">
                          <a:latin typeface="Yu Mincho"/>
                          <a:cs typeface="Yu Mincho"/>
                        </a:rPr>
                        <a:t>ヶ</a:t>
                      </a:r>
                      <a:r>
                        <a:rPr sz="1050" spc="-50" dirty="0">
                          <a:latin typeface="Yu Mincho"/>
                          <a:cs typeface="Yu Mincho"/>
                        </a:rPr>
                        <a:t>月</a:t>
                      </a:r>
                      <a:endParaRPr sz="1050">
                        <a:latin typeface="Yu Mincho"/>
                        <a:cs typeface="Yu Mincho"/>
                      </a:endParaRPr>
                    </a:p>
                  </a:txBody>
                  <a:tcPr marL="0" marR="0" marT="24765" marB="0">
                    <a:lnL w="12700">
                      <a:solidFill>
                        <a:srgbClr val="000000"/>
                      </a:solidFill>
                      <a:prstDash val="solid"/>
                    </a:lnL>
                    <a:lnR w="12700">
                      <a:solidFill>
                        <a:srgbClr val="000000"/>
                      </a:solidFill>
                      <a:prstDash val="solid"/>
                    </a:lnR>
                  </a:tcPr>
                </a:tc>
                <a:extLst>
                  <a:ext uri="{0D108BD9-81ED-4DB2-BD59-A6C34878D82A}">
                    <a16:rowId xmlns:a16="http://schemas.microsoft.com/office/drawing/2014/main" val="10002"/>
                  </a:ext>
                </a:extLst>
              </a:tr>
              <a:tr h="230954">
                <a:tc>
                  <a:txBody>
                    <a:bodyPr/>
                    <a:lstStyle/>
                    <a:p>
                      <a:pPr marL="68580">
                        <a:lnSpc>
                          <a:spcPct val="100000"/>
                        </a:lnSpc>
                        <a:spcBef>
                          <a:spcPts val="195"/>
                        </a:spcBef>
                        <a:tabLst>
                          <a:tab pos="467995" algn="l"/>
                        </a:tabLst>
                      </a:pPr>
                      <a:r>
                        <a:rPr sz="1050" dirty="0">
                          <a:latin typeface="Yu Mincho"/>
                          <a:cs typeface="Yu Mincho"/>
                        </a:rPr>
                        <a:t>家</a:t>
                      </a:r>
                      <a:r>
                        <a:rPr sz="1050" spc="-50" dirty="0">
                          <a:latin typeface="Yu Mincho"/>
                          <a:cs typeface="Yu Mincho"/>
                        </a:rPr>
                        <a:t>事</a:t>
                      </a:r>
                      <a:r>
                        <a:rPr sz="1050" dirty="0">
                          <a:latin typeface="Yu Mincho"/>
                          <a:cs typeface="Yu Mincho"/>
                        </a:rPr>
                        <a:t>	浅く広</a:t>
                      </a:r>
                      <a:r>
                        <a:rPr sz="1050" spc="-50" dirty="0">
                          <a:latin typeface="Yu Mincho"/>
                          <a:cs typeface="Yu Mincho"/>
                        </a:rPr>
                        <a:t>く</a:t>
                      </a:r>
                      <a:endParaRPr sz="1050">
                        <a:latin typeface="Yu Mincho"/>
                        <a:cs typeface="Yu Mincho"/>
                      </a:endParaRPr>
                    </a:p>
                  </a:txBody>
                  <a:tcPr marL="0" marR="0" marT="24765" marB="0">
                    <a:lnL w="12700">
                      <a:solidFill>
                        <a:srgbClr val="000000"/>
                      </a:solidFill>
                      <a:prstDash val="solid"/>
                    </a:lnL>
                    <a:lnR w="12700">
                      <a:solidFill>
                        <a:srgbClr val="000000"/>
                      </a:solidFill>
                      <a:prstDash val="solid"/>
                    </a:lnR>
                  </a:tcPr>
                </a:tc>
                <a:extLst>
                  <a:ext uri="{0D108BD9-81ED-4DB2-BD59-A6C34878D82A}">
                    <a16:rowId xmlns:a16="http://schemas.microsoft.com/office/drawing/2014/main" val="10003"/>
                  </a:ext>
                </a:extLst>
              </a:tr>
              <a:tr h="230316">
                <a:tc>
                  <a:txBody>
                    <a:bodyPr/>
                    <a:lstStyle/>
                    <a:p>
                      <a:pPr marL="68580">
                        <a:lnSpc>
                          <a:spcPct val="100000"/>
                        </a:lnSpc>
                        <a:spcBef>
                          <a:spcPts val="185"/>
                        </a:spcBef>
                        <a:tabLst>
                          <a:tab pos="835025" algn="l"/>
                          <a:tab pos="1534795" algn="l"/>
                          <a:tab pos="2334260" algn="l"/>
                          <a:tab pos="2701290" algn="l"/>
                          <a:tab pos="3667760" algn="l"/>
                        </a:tabLst>
                      </a:pPr>
                      <a:r>
                        <a:rPr sz="1050" dirty="0">
                          <a:latin typeface="MS Mincho"/>
                          <a:cs typeface="MS Mincho"/>
                        </a:rPr>
                        <a:t>Excel</a:t>
                      </a:r>
                      <a:r>
                        <a:rPr sz="1050" spc="-10" dirty="0">
                          <a:latin typeface="MS Mincho"/>
                          <a:cs typeface="MS Mincho"/>
                        </a:rPr>
                        <a:t> </a:t>
                      </a:r>
                      <a:r>
                        <a:rPr sz="1050" dirty="0">
                          <a:latin typeface="MS Mincho"/>
                          <a:cs typeface="MS Mincho"/>
                        </a:rPr>
                        <a:t>5</a:t>
                      </a:r>
                      <a:r>
                        <a:rPr sz="1050" spc="-260" dirty="0">
                          <a:latin typeface="MS Mincho"/>
                          <a:cs typeface="MS Mincho"/>
                        </a:rPr>
                        <a:t> </a:t>
                      </a:r>
                      <a:r>
                        <a:rPr sz="1050" spc="-50" dirty="0">
                          <a:latin typeface="MS Mincho"/>
                          <a:cs typeface="MS Mincho"/>
                        </a:rPr>
                        <a:t>年</a:t>
                      </a:r>
                      <a:r>
                        <a:rPr sz="1050" dirty="0">
                          <a:latin typeface="MS Mincho"/>
                          <a:cs typeface="MS Mincho"/>
                        </a:rPr>
                        <a:t>	Word</a:t>
                      </a:r>
                      <a:r>
                        <a:rPr sz="1050" spc="-5" dirty="0">
                          <a:latin typeface="MS Mincho"/>
                          <a:cs typeface="MS Mincho"/>
                        </a:rPr>
                        <a:t> </a:t>
                      </a:r>
                      <a:r>
                        <a:rPr sz="1050" dirty="0">
                          <a:latin typeface="MS Mincho"/>
                          <a:cs typeface="MS Mincho"/>
                        </a:rPr>
                        <a:t>5</a:t>
                      </a:r>
                      <a:r>
                        <a:rPr sz="1050" spc="-260" dirty="0">
                          <a:latin typeface="MS Mincho"/>
                          <a:cs typeface="MS Mincho"/>
                        </a:rPr>
                        <a:t> </a:t>
                      </a:r>
                      <a:r>
                        <a:rPr sz="1050" spc="-50" dirty="0">
                          <a:latin typeface="MS Mincho"/>
                          <a:cs typeface="MS Mincho"/>
                        </a:rPr>
                        <a:t>年</a:t>
                      </a:r>
                      <a:r>
                        <a:rPr sz="1050" dirty="0">
                          <a:latin typeface="MS Mincho"/>
                          <a:cs typeface="MS Mincho"/>
                        </a:rPr>
                        <a:t>	</a:t>
                      </a:r>
                      <a:r>
                        <a:rPr sz="1050" spc="-10" dirty="0">
                          <a:latin typeface="MS Mincho"/>
                          <a:cs typeface="MS Mincho"/>
                        </a:rPr>
                        <a:t>PowerPoint</a:t>
                      </a:r>
                      <a:r>
                        <a:rPr sz="1050" dirty="0">
                          <a:latin typeface="MS Mincho"/>
                          <a:cs typeface="MS Mincho"/>
                        </a:rPr>
                        <a:t>	5</a:t>
                      </a:r>
                      <a:r>
                        <a:rPr sz="1050" spc="-260" dirty="0">
                          <a:latin typeface="MS Mincho"/>
                          <a:cs typeface="MS Mincho"/>
                        </a:rPr>
                        <a:t> </a:t>
                      </a:r>
                      <a:r>
                        <a:rPr sz="1050" spc="-50" dirty="0">
                          <a:latin typeface="MS Mincho"/>
                          <a:cs typeface="MS Mincho"/>
                        </a:rPr>
                        <a:t>年</a:t>
                      </a:r>
                      <a:r>
                        <a:rPr sz="1050" dirty="0">
                          <a:latin typeface="MS Mincho"/>
                          <a:cs typeface="MS Mincho"/>
                        </a:rPr>
                        <a:t>	ウィ</a:t>
                      </a:r>
                      <a:r>
                        <a:rPr sz="1050" spc="-10" dirty="0">
                          <a:latin typeface="MS Mincho"/>
                          <a:cs typeface="MS Mincho"/>
                        </a:rPr>
                        <a:t>ン</a:t>
                      </a:r>
                      <a:r>
                        <a:rPr sz="1050" dirty="0">
                          <a:latin typeface="MS Mincho"/>
                          <a:cs typeface="MS Mincho"/>
                        </a:rPr>
                        <a:t>ドウ</a:t>
                      </a:r>
                      <a:r>
                        <a:rPr sz="1050" spc="-265" dirty="0">
                          <a:latin typeface="MS Mincho"/>
                          <a:cs typeface="MS Mincho"/>
                        </a:rPr>
                        <a:t> </a:t>
                      </a:r>
                      <a:r>
                        <a:rPr sz="1050" spc="-25" dirty="0">
                          <a:latin typeface="MS Mincho"/>
                          <a:cs typeface="MS Mincho"/>
                        </a:rPr>
                        <a:t>PC</a:t>
                      </a:r>
                      <a:r>
                        <a:rPr sz="1050" dirty="0">
                          <a:latin typeface="MS Mincho"/>
                          <a:cs typeface="MS Mincho"/>
                        </a:rPr>
                        <a:t>	5</a:t>
                      </a:r>
                      <a:r>
                        <a:rPr sz="1050" spc="-265" dirty="0">
                          <a:latin typeface="MS Mincho"/>
                          <a:cs typeface="MS Mincho"/>
                        </a:rPr>
                        <a:t> </a:t>
                      </a:r>
                      <a:r>
                        <a:rPr sz="1050" spc="-50" dirty="0">
                          <a:latin typeface="MS Mincho"/>
                          <a:cs typeface="MS Mincho"/>
                        </a:rPr>
                        <a:t>年</a:t>
                      </a:r>
                      <a:endParaRPr sz="1050" dirty="0">
                        <a:latin typeface="MS Mincho"/>
                        <a:cs typeface="MS Mincho"/>
                      </a:endParaRPr>
                    </a:p>
                  </a:txBody>
                  <a:tcPr marL="0" marR="0" marT="23495" marB="0">
                    <a:lnL w="12700">
                      <a:solidFill>
                        <a:srgbClr val="000000"/>
                      </a:solidFill>
                      <a:prstDash val="solid"/>
                    </a:lnL>
                    <a:lnR w="12700">
                      <a:solidFill>
                        <a:srgbClr val="000000"/>
                      </a:solidFill>
                      <a:prstDash val="solid"/>
                    </a:lnR>
                    <a:lnB w="12700">
                      <a:solidFill>
                        <a:srgbClr val="000000"/>
                      </a:solidFill>
                      <a:prstDash val="solid"/>
                    </a:lnB>
                  </a:tcPr>
                </a:tc>
                <a:extLst>
                  <a:ext uri="{0D108BD9-81ED-4DB2-BD59-A6C34878D82A}">
                    <a16:rowId xmlns:a16="http://schemas.microsoft.com/office/drawing/2014/main" val="10004"/>
                  </a:ext>
                </a:extLst>
              </a:tr>
              <a:tr h="242437">
                <a:tc>
                  <a:txBody>
                    <a:bodyPr/>
                    <a:lstStyle/>
                    <a:p>
                      <a:pPr marL="68580">
                        <a:lnSpc>
                          <a:spcPct val="100000"/>
                        </a:lnSpc>
                        <a:spcBef>
                          <a:spcPts val="185"/>
                        </a:spcBef>
                      </a:pPr>
                      <a:r>
                        <a:rPr sz="1200" b="1" spc="-100" dirty="0">
                          <a:latin typeface="MS Mincho"/>
                          <a:cs typeface="MS Mincho"/>
                        </a:rPr>
                        <a:t>自己 </a:t>
                      </a:r>
                      <a:r>
                        <a:rPr sz="1200" b="1" spc="-25" dirty="0">
                          <a:latin typeface="MS Mincho"/>
                          <a:cs typeface="MS Mincho"/>
                        </a:rPr>
                        <a:t>PR</a:t>
                      </a:r>
                      <a:endParaRPr sz="1200" dirty="0">
                        <a:latin typeface="MS Mincho"/>
                        <a:cs typeface="MS Mincho"/>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251517">
                <a:tc>
                  <a:txBody>
                    <a:bodyPr/>
                    <a:lstStyle/>
                    <a:p>
                      <a:pPr marL="68580">
                        <a:lnSpc>
                          <a:spcPct val="100000"/>
                        </a:lnSpc>
                        <a:spcBef>
                          <a:spcPts val="275"/>
                        </a:spcBef>
                      </a:pPr>
                      <a:r>
                        <a:rPr sz="1050" spc="-5" dirty="0">
                          <a:latin typeface="MS Mincho"/>
                          <a:cs typeface="MS Mincho"/>
                        </a:rPr>
                        <a:t>私は物事に対する挑戦心と一途な事に取り組める向上意欲があります。学生時代に検定を受ける際に難しい</a:t>
                      </a:r>
                      <a:endParaRPr sz="1050" dirty="0">
                        <a:latin typeface="MS Mincho"/>
                        <a:cs typeface="MS Mincho"/>
                      </a:endParaRPr>
                    </a:p>
                  </a:txBody>
                  <a:tcPr marL="0" marR="0" marT="34925" marB="0">
                    <a:lnL w="12700">
                      <a:solidFill>
                        <a:srgbClr val="000000"/>
                      </a:solidFill>
                      <a:prstDash val="solid"/>
                    </a:lnL>
                    <a:lnR w="12700">
                      <a:solidFill>
                        <a:srgbClr val="000000"/>
                      </a:solidFill>
                      <a:prstDash val="solid"/>
                    </a:lnR>
                    <a:lnT w="12700">
                      <a:solidFill>
                        <a:srgbClr val="000000"/>
                      </a:solidFill>
                      <a:prstDash val="solid"/>
                    </a:lnT>
                  </a:tcPr>
                </a:tc>
                <a:extLst>
                  <a:ext uri="{0D108BD9-81ED-4DB2-BD59-A6C34878D82A}">
                    <a16:rowId xmlns:a16="http://schemas.microsoft.com/office/drawing/2014/main" val="10006"/>
                  </a:ext>
                </a:extLst>
              </a:tr>
              <a:tr h="228600">
                <a:tc>
                  <a:txBody>
                    <a:bodyPr/>
                    <a:lstStyle/>
                    <a:p>
                      <a:pPr marL="68580">
                        <a:lnSpc>
                          <a:spcPct val="100000"/>
                        </a:lnSpc>
                        <a:spcBef>
                          <a:spcPts val="225"/>
                        </a:spcBef>
                      </a:pPr>
                      <a:r>
                        <a:rPr sz="1050" spc="-5" dirty="0">
                          <a:latin typeface="MS Mincho"/>
                          <a:cs typeface="MS Mincho"/>
                        </a:rPr>
                        <a:t>方の検定を自ら志願し、顧問の先生に頼んで毎日残り勉強しその検定を見事取ることが出来ました。この事か</a:t>
                      </a:r>
                      <a:endParaRPr sz="1050" dirty="0">
                        <a:latin typeface="MS Mincho"/>
                        <a:cs typeface="MS Mincho"/>
                      </a:endParaRPr>
                    </a:p>
                  </a:txBody>
                  <a:tcPr marL="0" marR="0" marT="28575" marB="0">
                    <a:lnL w="12700">
                      <a:solidFill>
                        <a:srgbClr val="000000"/>
                      </a:solidFill>
                      <a:prstDash val="solid"/>
                    </a:lnL>
                    <a:lnR w="12700">
                      <a:solidFill>
                        <a:srgbClr val="000000"/>
                      </a:solidFill>
                      <a:prstDash val="solid"/>
                    </a:lnR>
                  </a:tcPr>
                </a:tc>
                <a:extLst>
                  <a:ext uri="{0D108BD9-81ED-4DB2-BD59-A6C34878D82A}">
                    <a16:rowId xmlns:a16="http://schemas.microsoft.com/office/drawing/2014/main" val="10007"/>
                  </a:ext>
                </a:extLst>
              </a:tr>
              <a:tr h="229678">
                <a:tc>
                  <a:txBody>
                    <a:bodyPr/>
                    <a:lstStyle/>
                    <a:p>
                      <a:pPr marL="68580">
                        <a:lnSpc>
                          <a:spcPct val="100000"/>
                        </a:lnSpc>
                        <a:spcBef>
                          <a:spcPts val="225"/>
                        </a:spcBef>
                      </a:pPr>
                      <a:r>
                        <a:rPr sz="1050" spc="-5" dirty="0">
                          <a:latin typeface="MS Mincho"/>
                          <a:cs typeface="MS Mincho"/>
                        </a:rPr>
                        <a:t>ら自分が出来る範囲内で手が届くのであれば失敗しても恐れず、失敗をしてもそのミスを引きずらないよう</a:t>
                      </a:r>
                      <a:endParaRPr sz="1050" dirty="0">
                        <a:latin typeface="MS Mincho"/>
                        <a:cs typeface="MS Mincho"/>
                      </a:endParaRPr>
                    </a:p>
                  </a:txBody>
                  <a:tcPr marL="0" marR="0" marT="28575" marB="0">
                    <a:lnL w="12700">
                      <a:solidFill>
                        <a:srgbClr val="000000"/>
                      </a:solidFill>
                      <a:prstDash val="solid"/>
                    </a:lnL>
                    <a:lnR w="12700">
                      <a:solidFill>
                        <a:srgbClr val="000000"/>
                      </a:solidFill>
                      <a:prstDash val="solid"/>
                    </a:lnR>
                  </a:tcPr>
                </a:tc>
                <a:extLst>
                  <a:ext uri="{0D108BD9-81ED-4DB2-BD59-A6C34878D82A}">
                    <a16:rowId xmlns:a16="http://schemas.microsoft.com/office/drawing/2014/main" val="10008"/>
                  </a:ext>
                </a:extLst>
              </a:tr>
              <a:tr h="229678">
                <a:tc>
                  <a:txBody>
                    <a:bodyPr/>
                    <a:lstStyle/>
                    <a:p>
                      <a:pPr marL="68580">
                        <a:lnSpc>
                          <a:spcPct val="100000"/>
                        </a:lnSpc>
                        <a:spcBef>
                          <a:spcPts val="225"/>
                        </a:spcBef>
                      </a:pPr>
                      <a:r>
                        <a:rPr sz="1050" spc="-5" dirty="0" err="1">
                          <a:latin typeface="MS Mincho"/>
                          <a:cs typeface="MS Mincho"/>
                        </a:rPr>
                        <a:t>経験に活かすよう意識する事を学びました。もう一つはアルバイトであまり作業をしない事などには慣れ</a:t>
                      </a:r>
                      <a:endParaRPr sz="1050" dirty="0">
                        <a:latin typeface="MS Mincho"/>
                        <a:cs typeface="MS Mincho"/>
                      </a:endParaRPr>
                    </a:p>
                  </a:txBody>
                  <a:tcPr marL="0" marR="0" marT="28575" marB="0">
                    <a:lnL w="12700">
                      <a:solidFill>
                        <a:srgbClr val="000000"/>
                      </a:solidFill>
                      <a:prstDash val="solid"/>
                    </a:lnL>
                    <a:lnR w="12700">
                      <a:solidFill>
                        <a:srgbClr val="000000"/>
                      </a:solidFill>
                      <a:prstDash val="solid"/>
                    </a:lnR>
                  </a:tcPr>
                </a:tc>
                <a:extLst>
                  <a:ext uri="{0D108BD9-81ED-4DB2-BD59-A6C34878D82A}">
                    <a16:rowId xmlns:a16="http://schemas.microsoft.com/office/drawing/2014/main" val="10009"/>
                  </a:ext>
                </a:extLst>
              </a:tr>
              <a:tr h="229678">
                <a:tc>
                  <a:txBody>
                    <a:bodyPr/>
                    <a:lstStyle/>
                    <a:p>
                      <a:pPr marL="68580">
                        <a:lnSpc>
                          <a:spcPct val="100000"/>
                        </a:lnSpc>
                        <a:spcBef>
                          <a:spcPts val="225"/>
                        </a:spcBef>
                      </a:pPr>
                      <a:r>
                        <a:rPr sz="1050" spc="-5" dirty="0">
                          <a:latin typeface="MS Mincho"/>
                          <a:cs typeface="MS Mincho"/>
                        </a:rPr>
                        <a:t>が無く失敗も多くありました。しかし分からなければすぐに相談をし、どのようにしたら早くなるのかなどを</a:t>
                      </a:r>
                      <a:endParaRPr sz="1050" dirty="0">
                        <a:latin typeface="MS Mincho"/>
                        <a:cs typeface="MS Mincho"/>
                      </a:endParaRPr>
                    </a:p>
                  </a:txBody>
                  <a:tcPr marL="0" marR="0" marT="28575" marB="0">
                    <a:lnL w="12700">
                      <a:solidFill>
                        <a:srgbClr val="000000"/>
                      </a:solidFill>
                      <a:prstDash val="solid"/>
                    </a:lnL>
                    <a:lnR w="12700">
                      <a:solidFill>
                        <a:srgbClr val="000000"/>
                      </a:solidFill>
                      <a:prstDash val="solid"/>
                    </a:lnR>
                  </a:tcPr>
                </a:tc>
                <a:extLst>
                  <a:ext uri="{0D108BD9-81ED-4DB2-BD59-A6C34878D82A}">
                    <a16:rowId xmlns:a16="http://schemas.microsoft.com/office/drawing/2014/main" val="10010"/>
                  </a:ext>
                </a:extLst>
              </a:tr>
              <a:tr h="229678">
                <a:tc>
                  <a:txBody>
                    <a:bodyPr/>
                    <a:lstStyle/>
                    <a:p>
                      <a:pPr marL="68580">
                        <a:lnSpc>
                          <a:spcPct val="100000"/>
                        </a:lnSpc>
                        <a:spcBef>
                          <a:spcPts val="225"/>
                        </a:spcBef>
                      </a:pPr>
                      <a:r>
                        <a:rPr sz="1050" spc="-10" dirty="0">
                          <a:latin typeface="MS Mincho"/>
                          <a:cs typeface="MS Mincho"/>
                        </a:rPr>
                        <a:t>すぐに吸収しながら速く終わらせることを意識し、始めた頃に比べて作業進捗率が 30</a:t>
                      </a:r>
                      <a:r>
                        <a:rPr sz="1050" spc="-15" dirty="0">
                          <a:latin typeface="MS Mincho"/>
                          <a:cs typeface="MS Mincho"/>
                        </a:rPr>
                        <a:t>%早くなりました。</a:t>
                      </a:r>
                      <a:endParaRPr sz="1050">
                        <a:latin typeface="MS Mincho"/>
                        <a:cs typeface="MS Mincho"/>
                      </a:endParaRPr>
                    </a:p>
                  </a:txBody>
                  <a:tcPr marL="0" marR="0" marT="28575" marB="0">
                    <a:lnL w="12700">
                      <a:solidFill>
                        <a:srgbClr val="000000"/>
                      </a:solidFill>
                      <a:prstDash val="solid"/>
                    </a:lnL>
                    <a:lnR w="12700">
                      <a:solidFill>
                        <a:srgbClr val="000000"/>
                      </a:solidFill>
                      <a:prstDash val="solid"/>
                    </a:lnR>
                  </a:tcPr>
                </a:tc>
                <a:extLst>
                  <a:ext uri="{0D108BD9-81ED-4DB2-BD59-A6C34878D82A}">
                    <a16:rowId xmlns:a16="http://schemas.microsoft.com/office/drawing/2014/main" val="10011"/>
                  </a:ext>
                </a:extLst>
              </a:tr>
              <a:tr h="229678">
                <a:tc>
                  <a:txBody>
                    <a:bodyPr/>
                    <a:lstStyle/>
                    <a:p>
                      <a:pPr marL="68580">
                        <a:lnSpc>
                          <a:spcPct val="100000"/>
                        </a:lnSpc>
                        <a:spcBef>
                          <a:spcPts val="225"/>
                        </a:spcBef>
                      </a:pPr>
                      <a:r>
                        <a:rPr sz="1050" spc="-5" dirty="0">
                          <a:latin typeface="MS Mincho"/>
                          <a:cs typeface="MS Mincho"/>
                        </a:rPr>
                        <a:t>この経験で慣れて来たとしても分からない所があれば聞けば新しい見解が見えてき、更なるレベルアップを</a:t>
                      </a:r>
                      <a:endParaRPr sz="1050">
                        <a:latin typeface="MS Mincho"/>
                        <a:cs typeface="MS Mincho"/>
                      </a:endParaRPr>
                    </a:p>
                  </a:txBody>
                  <a:tcPr marL="0" marR="0" marT="28575" marB="0">
                    <a:lnL w="12700">
                      <a:solidFill>
                        <a:srgbClr val="000000"/>
                      </a:solidFill>
                      <a:prstDash val="solid"/>
                    </a:lnL>
                    <a:lnR w="12700">
                      <a:solidFill>
                        <a:srgbClr val="000000"/>
                      </a:solidFill>
                      <a:prstDash val="solid"/>
                    </a:lnR>
                  </a:tcPr>
                </a:tc>
                <a:extLst>
                  <a:ext uri="{0D108BD9-81ED-4DB2-BD59-A6C34878D82A}">
                    <a16:rowId xmlns:a16="http://schemas.microsoft.com/office/drawing/2014/main" val="10012"/>
                  </a:ext>
                </a:extLst>
              </a:tr>
              <a:tr h="1383807">
                <a:tc>
                  <a:txBody>
                    <a:bodyPr/>
                    <a:lstStyle/>
                    <a:p>
                      <a:pPr marL="68580">
                        <a:lnSpc>
                          <a:spcPct val="100000"/>
                        </a:lnSpc>
                        <a:spcBef>
                          <a:spcPts val="225"/>
                        </a:spcBef>
                      </a:pPr>
                      <a:r>
                        <a:rPr sz="1050" spc="-5" dirty="0">
                          <a:latin typeface="MS Mincho"/>
                          <a:cs typeface="MS Mincho"/>
                        </a:rPr>
                        <a:t>図れて自分の成長を促せました。</a:t>
                      </a:r>
                      <a:endParaRPr sz="1050" dirty="0">
                        <a:latin typeface="MS Mincho"/>
                        <a:cs typeface="MS Mincho"/>
                      </a:endParaRPr>
                    </a:p>
                  </a:txBody>
                  <a:tcPr marL="0" marR="0" marT="28575" marB="0">
                    <a:lnL w="12700">
                      <a:solidFill>
                        <a:srgbClr val="000000"/>
                      </a:solidFill>
                      <a:prstDash val="solid"/>
                    </a:lnL>
                    <a:lnR w="12700">
                      <a:solidFill>
                        <a:srgbClr val="000000"/>
                      </a:solidFill>
                      <a:prstDash val="solid"/>
                    </a:lnR>
                    <a:lnB w="12700">
                      <a:solidFill>
                        <a:srgbClr val="000000"/>
                      </a:solidFill>
                      <a:prstDash val="solid"/>
                    </a:lnB>
                  </a:tcPr>
                </a:tc>
                <a:extLst>
                  <a:ext uri="{0D108BD9-81ED-4DB2-BD59-A6C34878D82A}">
                    <a16:rowId xmlns:a16="http://schemas.microsoft.com/office/drawing/2014/main" val="10013"/>
                  </a:ext>
                </a:extLst>
              </a:tr>
              <a:tr h="242437">
                <a:tc>
                  <a:txBody>
                    <a:bodyPr/>
                    <a:lstStyle/>
                    <a:p>
                      <a:pPr marL="68580">
                        <a:lnSpc>
                          <a:spcPct val="100000"/>
                        </a:lnSpc>
                        <a:spcBef>
                          <a:spcPts val="185"/>
                        </a:spcBef>
                      </a:pPr>
                      <a:r>
                        <a:rPr sz="1200" b="1" spc="-10" dirty="0">
                          <a:latin typeface="MS Mincho"/>
                          <a:cs typeface="MS Mincho"/>
                        </a:rPr>
                        <a:t>趣味・特技</a:t>
                      </a:r>
                      <a:endParaRPr sz="1200">
                        <a:latin typeface="MS Mincho"/>
                        <a:cs typeface="MS Mincho"/>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4"/>
                  </a:ext>
                </a:extLst>
              </a:tr>
              <a:tr h="236057">
                <a:tc>
                  <a:txBody>
                    <a:bodyPr/>
                    <a:lstStyle/>
                    <a:p>
                      <a:pPr marL="68580">
                        <a:lnSpc>
                          <a:spcPct val="100000"/>
                        </a:lnSpc>
                        <a:spcBef>
                          <a:spcPts val="280"/>
                        </a:spcBef>
                      </a:pPr>
                      <a:r>
                        <a:rPr sz="1050" spc="-25" dirty="0">
                          <a:latin typeface="MS Mincho"/>
                          <a:cs typeface="MS Mincho"/>
                        </a:rPr>
                        <a:t>私の趣味はゲームと野球です。ゲームは小学生の頃に </a:t>
                      </a:r>
                      <a:r>
                        <a:rPr sz="1050" spc="-10" dirty="0">
                          <a:latin typeface="MS Mincho"/>
                          <a:cs typeface="MS Mincho"/>
                        </a:rPr>
                        <a:t>Wii</a:t>
                      </a:r>
                      <a:r>
                        <a:rPr sz="1050" spc="-170" dirty="0">
                          <a:latin typeface="MS Mincho"/>
                          <a:cs typeface="MS Mincho"/>
                        </a:rPr>
                        <a:t> や </a:t>
                      </a:r>
                      <a:r>
                        <a:rPr sz="1050" spc="-10" dirty="0">
                          <a:latin typeface="MS Mincho"/>
                          <a:cs typeface="MS Mincho"/>
                        </a:rPr>
                        <a:t>3DS</a:t>
                      </a:r>
                      <a:r>
                        <a:rPr sz="1050" spc="-50" dirty="0">
                          <a:latin typeface="MS Mincho"/>
                          <a:cs typeface="MS Mincho"/>
                        </a:rPr>
                        <a:t> を触り主に「スーパーマリオギャラクシー２」</a:t>
                      </a:r>
                      <a:endParaRPr sz="1050">
                        <a:latin typeface="MS Mincho"/>
                        <a:cs typeface="MS Mincho"/>
                      </a:endParaRPr>
                    </a:p>
                  </a:txBody>
                  <a:tcPr marL="0" marR="0" marT="35560" marB="0">
                    <a:lnL w="12700">
                      <a:solidFill>
                        <a:srgbClr val="000000"/>
                      </a:solidFill>
                      <a:prstDash val="solid"/>
                    </a:lnL>
                    <a:lnR w="12700">
                      <a:solidFill>
                        <a:srgbClr val="000000"/>
                      </a:solidFill>
                      <a:prstDash val="solid"/>
                    </a:lnR>
                    <a:lnT w="12700">
                      <a:solidFill>
                        <a:srgbClr val="000000"/>
                      </a:solidFill>
                      <a:prstDash val="solid"/>
                    </a:lnT>
                  </a:tcPr>
                </a:tc>
                <a:extLst>
                  <a:ext uri="{0D108BD9-81ED-4DB2-BD59-A6C34878D82A}">
                    <a16:rowId xmlns:a16="http://schemas.microsoft.com/office/drawing/2014/main" val="10015"/>
                  </a:ext>
                </a:extLst>
              </a:tr>
              <a:tr h="241799">
                <a:tc>
                  <a:txBody>
                    <a:bodyPr/>
                    <a:lstStyle/>
                    <a:p>
                      <a:pPr marL="68580">
                        <a:lnSpc>
                          <a:spcPct val="100000"/>
                        </a:lnSpc>
                        <a:spcBef>
                          <a:spcPts val="225"/>
                        </a:spcBef>
                      </a:pPr>
                      <a:r>
                        <a:rPr sz="1050" dirty="0">
                          <a:latin typeface="MS Mincho"/>
                          <a:cs typeface="MS Mincho"/>
                        </a:rPr>
                        <a:t>「</a:t>
                      </a:r>
                      <a:r>
                        <a:rPr sz="1050" spc="-10" dirty="0">
                          <a:latin typeface="MS Mincho"/>
                          <a:cs typeface="MS Mincho"/>
                        </a:rPr>
                        <a:t>New</a:t>
                      </a:r>
                      <a:r>
                        <a:rPr sz="1050" spc="-55" dirty="0">
                          <a:latin typeface="MS Mincho"/>
                          <a:cs typeface="MS Mincho"/>
                        </a:rPr>
                        <a:t> スーパーマリオブラザーズ </a:t>
                      </a:r>
                      <a:r>
                        <a:rPr sz="1050" spc="-10" dirty="0">
                          <a:latin typeface="MS Mincho"/>
                          <a:cs typeface="MS Mincho"/>
                        </a:rPr>
                        <a:t>Wii</a:t>
                      </a:r>
                      <a:r>
                        <a:rPr sz="1050" spc="-65" dirty="0">
                          <a:latin typeface="MS Mincho"/>
                          <a:cs typeface="MS Mincho"/>
                        </a:rPr>
                        <a:t>」「ドラゴンボールスパーキングメテオ」「ドラゴンクエストモンスターバ</a:t>
                      </a:r>
                      <a:endParaRPr sz="1050">
                        <a:latin typeface="MS Mincho"/>
                        <a:cs typeface="MS Mincho"/>
                      </a:endParaRPr>
                    </a:p>
                  </a:txBody>
                  <a:tcPr marL="0" marR="0" marT="28575" marB="0">
                    <a:lnL w="12700">
                      <a:solidFill>
                        <a:srgbClr val="000000"/>
                      </a:solidFill>
                      <a:prstDash val="solid"/>
                    </a:lnL>
                    <a:lnR w="12700">
                      <a:solidFill>
                        <a:srgbClr val="000000"/>
                      </a:solidFill>
                      <a:prstDash val="solid"/>
                    </a:lnR>
                  </a:tcPr>
                </a:tc>
                <a:extLst>
                  <a:ext uri="{0D108BD9-81ED-4DB2-BD59-A6C34878D82A}">
                    <a16:rowId xmlns:a16="http://schemas.microsoft.com/office/drawing/2014/main" val="10016"/>
                  </a:ext>
                </a:extLst>
              </a:tr>
              <a:tr h="241799">
                <a:tc>
                  <a:txBody>
                    <a:bodyPr/>
                    <a:lstStyle/>
                    <a:p>
                      <a:pPr marL="68580">
                        <a:lnSpc>
                          <a:spcPct val="100000"/>
                        </a:lnSpc>
                        <a:spcBef>
                          <a:spcPts val="320"/>
                        </a:spcBef>
                        <a:tabLst>
                          <a:tab pos="6468110" algn="l"/>
                        </a:tabLst>
                      </a:pPr>
                      <a:r>
                        <a:rPr sz="1050" dirty="0">
                          <a:latin typeface="MS Mincho"/>
                          <a:cs typeface="MS Mincho"/>
                        </a:rPr>
                        <a:t>トルロードビクトリー</a:t>
                      </a:r>
                      <a:r>
                        <a:rPr sz="1050" spc="-530" dirty="0">
                          <a:latin typeface="MS Mincho"/>
                          <a:cs typeface="MS Mincho"/>
                        </a:rPr>
                        <a:t>」</a:t>
                      </a:r>
                      <a:r>
                        <a:rPr sz="1050" dirty="0">
                          <a:latin typeface="MS Mincho"/>
                          <a:cs typeface="MS Mincho"/>
                        </a:rPr>
                        <a:t>「星のカービィ</a:t>
                      </a:r>
                      <a:r>
                        <a:rPr sz="1050" spc="-240" dirty="0">
                          <a:latin typeface="MS Mincho"/>
                          <a:cs typeface="MS Mincho"/>
                        </a:rPr>
                        <a:t> </a:t>
                      </a:r>
                      <a:r>
                        <a:rPr sz="1050" spc="-10" dirty="0">
                          <a:latin typeface="MS Mincho"/>
                          <a:cs typeface="MS Mincho"/>
                        </a:rPr>
                        <a:t>Wii</a:t>
                      </a:r>
                      <a:r>
                        <a:rPr sz="1050" dirty="0">
                          <a:latin typeface="MS Mincho"/>
                          <a:cs typeface="MS Mincho"/>
                        </a:rPr>
                        <a:t>」</a:t>
                      </a:r>
                      <a:r>
                        <a:rPr sz="1050" spc="-10" dirty="0">
                          <a:latin typeface="MS Mincho"/>
                          <a:cs typeface="MS Mincho"/>
                        </a:rPr>
                        <a:t>な</a:t>
                      </a:r>
                      <a:r>
                        <a:rPr sz="1050" dirty="0">
                          <a:latin typeface="MS Mincho"/>
                          <a:cs typeface="MS Mincho"/>
                        </a:rPr>
                        <a:t>どをメインに触ってきました。</a:t>
                      </a:r>
                      <a:r>
                        <a:rPr sz="1050" spc="-10" dirty="0">
                          <a:latin typeface="MS Mincho"/>
                          <a:cs typeface="MS Mincho"/>
                        </a:rPr>
                        <a:t>3DS</a:t>
                      </a:r>
                      <a:r>
                        <a:rPr sz="1050" spc="-240" dirty="0">
                          <a:latin typeface="MS Mincho"/>
                          <a:cs typeface="MS Mincho"/>
                        </a:rPr>
                        <a:t> </a:t>
                      </a:r>
                      <a:r>
                        <a:rPr sz="1050" dirty="0">
                          <a:latin typeface="MS Mincho"/>
                          <a:cs typeface="MS Mincho"/>
                        </a:rPr>
                        <a:t>では「妖怪ウォッチ</a:t>
                      </a:r>
                      <a:r>
                        <a:rPr sz="1050" spc="-50" dirty="0">
                          <a:latin typeface="MS Mincho"/>
                          <a:cs typeface="MS Mincho"/>
                        </a:rPr>
                        <a:t>２</a:t>
                      </a:r>
                      <a:r>
                        <a:rPr sz="1050" dirty="0">
                          <a:latin typeface="MS Mincho"/>
                          <a:cs typeface="MS Mincho"/>
                        </a:rPr>
                        <a:t>	</a:t>
                      </a:r>
                      <a:r>
                        <a:rPr sz="1050" spc="-50" dirty="0">
                          <a:latin typeface="MS Mincho"/>
                          <a:cs typeface="MS Mincho"/>
                        </a:rPr>
                        <a:t>本</a:t>
                      </a:r>
                      <a:endParaRPr sz="1050">
                        <a:latin typeface="MS Mincho"/>
                        <a:cs typeface="MS Mincho"/>
                      </a:endParaRPr>
                    </a:p>
                  </a:txBody>
                  <a:tcPr marL="0" marR="0" marT="40640" marB="0">
                    <a:lnL w="12700">
                      <a:solidFill>
                        <a:srgbClr val="000000"/>
                      </a:solidFill>
                      <a:prstDash val="solid"/>
                    </a:lnL>
                    <a:lnR w="12700">
                      <a:solidFill>
                        <a:srgbClr val="000000"/>
                      </a:solidFill>
                      <a:prstDash val="solid"/>
                    </a:lnR>
                  </a:tcPr>
                </a:tc>
                <a:extLst>
                  <a:ext uri="{0D108BD9-81ED-4DB2-BD59-A6C34878D82A}">
                    <a16:rowId xmlns:a16="http://schemas.microsoft.com/office/drawing/2014/main" val="10017"/>
                  </a:ext>
                </a:extLst>
              </a:tr>
              <a:tr h="231591">
                <a:tc>
                  <a:txBody>
                    <a:bodyPr/>
                    <a:lstStyle/>
                    <a:p>
                      <a:pPr marL="68580">
                        <a:lnSpc>
                          <a:spcPct val="100000"/>
                        </a:lnSpc>
                        <a:spcBef>
                          <a:spcPts val="225"/>
                        </a:spcBef>
                      </a:pPr>
                      <a:r>
                        <a:rPr sz="1050" spc="-75" dirty="0">
                          <a:latin typeface="MS Mincho"/>
                          <a:cs typeface="MS Mincho"/>
                        </a:rPr>
                        <a:t>家・真打」「ヒーローバンク </a:t>
                      </a:r>
                      <a:r>
                        <a:rPr sz="1050" dirty="0">
                          <a:latin typeface="MS Mincho"/>
                          <a:cs typeface="MS Mincho"/>
                        </a:rPr>
                        <a:t>2</a:t>
                      </a:r>
                      <a:r>
                        <a:rPr sz="1050" spc="-85" dirty="0">
                          <a:latin typeface="MS Mincho"/>
                          <a:cs typeface="MS Mincho"/>
                        </a:rPr>
                        <a:t>」「バディファイト誕生オレたちの最強バディ」「ドラゴンボールヒーローズアル</a:t>
                      </a:r>
                      <a:endParaRPr sz="1050">
                        <a:latin typeface="MS Mincho"/>
                        <a:cs typeface="MS Mincho"/>
                      </a:endParaRPr>
                    </a:p>
                  </a:txBody>
                  <a:tcPr marL="0" marR="0" marT="28575" marB="0">
                    <a:lnL w="12700">
                      <a:solidFill>
                        <a:srgbClr val="000000"/>
                      </a:solidFill>
                      <a:prstDash val="solid"/>
                    </a:lnL>
                    <a:lnR w="12700">
                      <a:solidFill>
                        <a:srgbClr val="000000"/>
                      </a:solidFill>
                      <a:prstDash val="solid"/>
                    </a:lnR>
                  </a:tcPr>
                </a:tc>
                <a:extLst>
                  <a:ext uri="{0D108BD9-81ED-4DB2-BD59-A6C34878D82A}">
                    <a16:rowId xmlns:a16="http://schemas.microsoft.com/office/drawing/2014/main" val="10018"/>
                  </a:ext>
                </a:extLst>
              </a:tr>
              <a:tr h="231591">
                <a:tc>
                  <a:txBody>
                    <a:bodyPr/>
                    <a:lstStyle/>
                    <a:p>
                      <a:pPr marL="68580">
                        <a:lnSpc>
                          <a:spcPct val="100000"/>
                        </a:lnSpc>
                        <a:spcBef>
                          <a:spcPts val="245"/>
                        </a:spcBef>
                      </a:pPr>
                      <a:r>
                        <a:rPr sz="1050" spc="-25" dirty="0">
                          <a:latin typeface="MS Mincho"/>
                          <a:cs typeface="MS Mincho"/>
                        </a:rPr>
                        <a:t>ティメットミッション </a:t>
                      </a:r>
                      <a:r>
                        <a:rPr sz="1050" spc="-10" dirty="0">
                          <a:latin typeface="MS Mincho"/>
                          <a:cs typeface="MS Mincho"/>
                        </a:rPr>
                        <a:t>X</a:t>
                      </a:r>
                      <a:r>
                        <a:rPr sz="1050" spc="-50" dirty="0">
                          <a:latin typeface="MS Mincho"/>
                          <a:cs typeface="MS Mincho"/>
                        </a:rPr>
                        <a:t>」無料ソフトなどでは「顔シューティング」「だるめしスポーツ店」などを触りました</a:t>
                      </a:r>
                      <a:endParaRPr sz="1050">
                        <a:latin typeface="MS Mincho"/>
                        <a:cs typeface="MS Mincho"/>
                      </a:endParaRPr>
                    </a:p>
                  </a:txBody>
                  <a:tcPr marL="0" marR="0" marT="31115" marB="0">
                    <a:lnL w="12700">
                      <a:solidFill>
                        <a:srgbClr val="000000"/>
                      </a:solidFill>
                      <a:prstDash val="solid"/>
                    </a:lnL>
                    <a:lnR w="12700">
                      <a:solidFill>
                        <a:srgbClr val="000000"/>
                      </a:solidFill>
                      <a:prstDash val="solid"/>
                    </a:lnR>
                  </a:tcPr>
                </a:tc>
                <a:extLst>
                  <a:ext uri="{0D108BD9-81ED-4DB2-BD59-A6C34878D82A}">
                    <a16:rowId xmlns:a16="http://schemas.microsoft.com/office/drawing/2014/main" val="10019"/>
                  </a:ext>
                </a:extLst>
              </a:tr>
              <a:tr h="229678">
                <a:tc>
                  <a:txBody>
                    <a:bodyPr/>
                    <a:lstStyle/>
                    <a:p>
                      <a:pPr marL="68580">
                        <a:lnSpc>
                          <a:spcPct val="100000"/>
                        </a:lnSpc>
                        <a:spcBef>
                          <a:spcPts val="225"/>
                        </a:spcBef>
                      </a:pPr>
                      <a:r>
                        <a:rPr sz="1050" spc="-25" dirty="0">
                          <a:latin typeface="MS Mincho"/>
                          <a:cs typeface="MS Mincho"/>
                        </a:rPr>
                        <a:t>過去のゲームとして </a:t>
                      </a:r>
                      <a:r>
                        <a:rPr sz="1050" spc="-10" dirty="0">
                          <a:latin typeface="MS Mincho"/>
                          <a:cs typeface="MS Mincho"/>
                        </a:rPr>
                        <a:t>PS2</a:t>
                      </a:r>
                      <a:r>
                        <a:rPr sz="1050" spc="-50" dirty="0">
                          <a:latin typeface="MS Mincho"/>
                          <a:cs typeface="MS Mincho"/>
                        </a:rPr>
                        <a:t> なども触り「</a:t>
                      </a:r>
                      <a:r>
                        <a:rPr sz="1050" spc="-10" dirty="0">
                          <a:latin typeface="MS Mincho"/>
                          <a:cs typeface="MS Mincho"/>
                        </a:rPr>
                        <a:t>FF11</a:t>
                      </a:r>
                      <a:r>
                        <a:rPr sz="1050" spc="-300" dirty="0">
                          <a:latin typeface="MS Mincho"/>
                          <a:cs typeface="MS Mincho"/>
                        </a:rPr>
                        <a:t>」「</a:t>
                      </a:r>
                      <a:r>
                        <a:rPr sz="1050" spc="-10" dirty="0">
                          <a:latin typeface="MS Mincho"/>
                          <a:cs typeface="MS Mincho"/>
                        </a:rPr>
                        <a:t>DQ8</a:t>
                      </a:r>
                      <a:r>
                        <a:rPr sz="1050" spc="-90" dirty="0">
                          <a:latin typeface="MS Mincho"/>
                          <a:cs typeface="MS Mincho"/>
                        </a:rPr>
                        <a:t>」「サルゲッチュ２・３」「サルゲッチュミリオンモンキーズ」</a:t>
                      </a:r>
                      <a:endParaRPr sz="1050">
                        <a:latin typeface="MS Mincho"/>
                        <a:cs typeface="MS Mincho"/>
                      </a:endParaRPr>
                    </a:p>
                  </a:txBody>
                  <a:tcPr marL="0" marR="0" marT="28575" marB="0">
                    <a:lnL w="12700">
                      <a:solidFill>
                        <a:srgbClr val="000000"/>
                      </a:solidFill>
                      <a:prstDash val="solid"/>
                    </a:lnL>
                    <a:lnR w="12700">
                      <a:solidFill>
                        <a:srgbClr val="000000"/>
                      </a:solidFill>
                      <a:prstDash val="solid"/>
                    </a:lnR>
                  </a:tcPr>
                </a:tc>
                <a:extLst>
                  <a:ext uri="{0D108BD9-81ED-4DB2-BD59-A6C34878D82A}">
                    <a16:rowId xmlns:a16="http://schemas.microsoft.com/office/drawing/2014/main" val="10020"/>
                  </a:ext>
                </a:extLst>
              </a:tr>
              <a:tr h="229678">
                <a:tc>
                  <a:txBody>
                    <a:bodyPr/>
                    <a:lstStyle/>
                    <a:p>
                      <a:pPr marL="68580">
                        <a:lnSpc>
                          <a:spcPct val="100000"/>
                        </a:lnSpc>
                        <a:spcBef>
                          <a:spcPts val="225"/>
                        </a:spcBef>
                        <a:tabLst>
                          <a:tab pos="6067425" algn="l"/>
                        </a:tabLst>
                      </a:pPr>
                      <a:r>
                        <a:rPr sz="1050" dirty="0">
                          <a:latin typeface="MS Mincho"/>
                          <a:cs typeface="MS Mincho"/>
                        </a:rPr>
                        <a:t>「ドラゴンボールスパーキング</a:t>
                      </a:r>
                      <a:r>
                        <a:rPr sz="1050" spc="-525" dirty="0">
                          <a:latin typeface="MS Mincho"/>
                          <a:cs typeface="MS Mincho"/>
                        </a:rPr>
                        <a:t>」</a:t>
                      </a:r>
                      <a:r>
                        <a:rPr sz="1050" spc="-10" dirty="0">
                          <a:latin typeface="MS Mincho"/>
                          <a:cs typeface="MS Mincho"/>
                        </a:rPr>
                        <a:t>「</a:t>
                      </a:r>
                      <a:r>
                        <a:rPr sz="1050" dirty="0">
                          <a:latin typeface="MS Mincho"/>
                          <a:cs typeface="MS Mincho"/>
                        </a:rPr>
                        <a:t>かまいたちの夜２・３</a:t>
                      </a:r>
                      <a:r>
                        <a:rPr sz="1050" spc="-530" dirty="0">
                          <a:latin typeface="MS Mincho"/>
                          <a:cs typeface="MS Mincho"/>
                        </a:rPr>
                        <a:t>」</a:t>
                      </a:r>
                      <a:r>
                        <a:rPr sz="1050" dirty="0">
                          <a:latin typeface="MS Mincho"/>
                          <a:cs typeface="MS Mincho"/>
                        </a:rPr>
                        <a:t>「</a:t>
                      </a:r>
                      <a:r>
                        <a:rPr sz="1050" spc="-10" dirty="0">
                          <a:latin typeface="MS Mincho"/>
                          <a:cs typeface="MS Mincho"/>
                        </a:rPr>
                        <a:t>THE</a:t>
                      </a:r>
                      <a:r>
                        <a:rPr sz="1050" dirty="0">
                          <a:latin typeface="MS Mincho"/>
                          <a:cs typeface="MS Mincho"/>
                        </a:rPr>
                        <a:t>・パ</a:t>
                      </a:r>
                      <a:r>
                        <a:rPr sz="1050" spc="-10" dirty="0">
                          <a:latin typeface="MS Mincho"/>
                          <a:cs typeface="MS Mincho"/>
                        </a:rPr>
                        <a:t>ー</a:t>
                      </a:r>
                      <a:r>
                        <a:rPr sz="1050" dirty="0">
                          <a:latin typeface="MS Mincho"/>
                          <a:cs typeface="MS Mincho"/>
                        </a:rPr>
                        <a:t>ティーゲーム</a:t>
                      </a:r>
                      <a:r>
                        <a:rPr sz="1050" spc="-525" dirty="0">
                          <a:latin typeface="MS Mincho"/>
                          <a:cs typeface="MS Mincho"/>
                        </a:rPr>
                        <a:t>」</a:t>
                      </a:r>
                      <a:r>
                        <a:rPr sz="1050" dirty="0">
                          <a:latin typeface="MS Mincho"/>
                          <a:cs typeface="MS Mincho"/>
                        </a:rPr>
                        <a:t>「ルパ</a:t>
                      </a:r>
                      <a:r>
                        <a:rPr sz="1050" spc="-10" dirty="0">
                          <a:latin typeface="MS Mincho"/>
                          <a:cs typeface="MS Mincho"/>
                        </a:rPr>
                        <a:t>ン</a:t>
                      </a:r>
                      <a:r>
                        <a:rPr sz="1050" dirty="0">
                          <a:latin typeface="MS Mincho"/>
                          <a:cs typeface="MS Mincho"/>
                        </a:rPr>
                        <a:t>三</a:t>
                      </a:r>
                      <a:r>
                        <a:rPr sz="1050" spc="-50" dirty="0">
                          <a:latin typeface="MS Mincho"/>
                          <a:cs typeface="MS Mincho"/>
                        </a:rPr>
                        <a:t>世</a:t>
                      </a:r>
                      <a:r>
                        <a:rPr sz="1050" dirty="0">
                          <a:latin typeface="MS Mincho"/>
                          <a:cs typeface="MS Mincho"/>
                        </a:rPr>
                        <a:t>	コロン</a:t>
                      </a:r>
                      <a:r>
                        <a:rPr sz="1050" spc="-50" dirty="0">
                          <a:latin typeface="MS Mincho"/>
                          <a:cs typeface="MS Mincho"/>
                        </a:rPr>
                        <a:t>ブ</a:t>
                      </a:r>
                      <a:endParaRPr sz="1050">
                        <a:latin typeface="MS Mincho"/>
                        <a:cs typeface="MS Mincho"/>
                      </a:endParaRPr>
                    </a:p>
                  </a:txBody>
                  <a:tcPr marL="0" marR="0" marT="28575" marB="0">
                    <a:lnL w="12700">
                      <a:solidFill>
                        <a:srgbClr val="000000"/>
                      </a:solidFill>
                      <a:prstDash val="solid"/>
                    </a:lnL>
                    <a:lnR w="12700">
                      <a:solidFill>
                        <a:srgbClr val="000000"/>
                      </a:solidFill>
                      <a:prstDash val="solid"/>
                    </a:lnR>
                  </a:tcPr>
                </a:tc>
                <a:extLst>
                  <a:ext uri="{0D108BD9-81ED-4DB2-BD59-A6C34878D82A}">
                    <a16:rowId xmlns:a16="http://schemas.microsoft.com/office/drawing/2014/main" val="10021"/>
                  </a:ext>
                </a:extLst>
              </a:tr>
              <a:tr h="229678">
                <a:tc>
                  <a:txBody>
                    <a:bodyPr/>
                    <a:lstStyle/>
                    <a:p>
                      <a:pPr marL="68580">
                        <a:lnSpc>
                          <a:spcPct val="100000"/>
                        </a:lnSpc>
                        <a:spcBef>
                          <a:spcPts val="225"/>
                        </a:spcBef>
                        <a:tabLst>
                          <a:tab pos="5168900" algn="l"/>
                        </a:tabLst>
                      </a:pPr>
                      <a:r>
                        <a:rPr sz="1050" dirty="0">
                          <a:latin typeface="MS Mincho"/>
                          <a:cs typeface="MS Mincho"/>
                        </a:rPr>
                        <a:t>スの遺産は朱に染まる」などが記憶に残っています。中学生から今までは</a:t>
                      </a:r>
                      <a:r>
                        <a:rPr sz="1050" spc="-275" dirty="0">
                          <a:latin typeface="MS Mincho"/>
                          <a:cs typeface="MS Mincho"/>
                        </a:rPr>
                        <a:t> </a:t>
                      </a:r>
                      <a:r>
                        <a:rPr sz="1050" spc="-10" dirty="0">
                          <a:latin typeface="MS Mincho"/>
                          <a:cs typeface="MS Mincho"/>
                        </a:rPr>
                        <a:t>Nintendo</a:t>
                      </a:r>
                      <a:r>
                        <a:rPr sz="1050" dirty="0">
                          <a:latin typeface="MS Mincho"/>
                          <a:cs typeface="MS Mincho"/>
                        </a:rPr>
                        <a:t>	</a:t>
                      </a:r>
                      <a:r>
                        <a:rPr sz="1050" spc="-10" dirty="0">
                          <a:latin typeface="MS Mincho"/>
                          <a:cs typeface="MS Mincho"/>
                        </a:rPr>
                        <a:t>Switch</a:t>
                      </a:r>
                      <a:r>
                        <a:rPr sz="1050" spc="-220" dirty="0">
                          <a:latin typeface="MS Mincho"/>
                          <a:cs typeface="MS Mincho"/>
                        </a:rPr>
                        <a:t> </a:t>
                      </a:r>
                      <a:r>
                        <a:rPr sz="1050" dirty="0">
                          <a:latin typeface="MS Mincho"/>
                          <a:cs typeface="MS Mincho"/>
                        </a:rPr>
                        <a:t>などを触</a:t>
                      </a:r>
                      <a:r>
                        <a:rPr sz="1050" spc="-50" dirty="0">
                          <a:latin typeface="MS Mincho"/>
                          <a:cs typeface="MS Mincho"/>
                        </a:rPr>
                        <a:t>り</a:t>
                      </a:r>
                      <a:endParaRPr sz="1050">
                        <a:latin typeface="MS Mincho"/>
                        <a:cs typeface="MS Mincho"/>
                      </a:endParaRPr>
                    </a:p>
                  </a:txBody>
                  <a:tcPr marL="0" marR="0" marT="28575" marB="0">
                    <a:lnL w="12700">
                      <a:solidFill>
                        <a:srgbClr val="000000"/>
                      </a:solidFill>
                      <a:prstDash val="solid"/>
                    </a:lnL>
                    <a:lnR w="12700">
                      <a:solidFill>
                        <a:srgbClr val="000000"/>
                      </a:solidFill>
                      <a:prstDash val="solid"/>
                    </a:lnR>
                  </a:tcPr>
                </a:tc>
                <a:extLst>
                  <a:ext uri="{0D108BD9-81ED-4DB2-BD59-A6C34878D82A}">
                    <a16:rowId xmlns:a16="http://schemas.microsoft.com/office/drawing/2014/main" val="10022"/>
                  </a:ext>
                </a:extLst>
              </a:tr>
              <a:tr h="229678">
                <a:tc>
                  <a:txBody>
                    <a:bodyPr/>
                    <a:lstStyle/>
                    <a:p>
                      <a:pPr marL="68580">
                        <a:lnSpc>
                          <a:spcPct val="100000"/>
                        </a:lnSpc>
                        <a:spcBef>
                          <a:spcPts val="225"/>
                        </a:spcBef>
                      </a:pPr>
                      <a:r>
                        <a:rPr sz="1050" spc="-65" dirty="0">
                          <a:latin typeface="MS Mincho"/>
                          <a:cs typeface="MS Mincho"/>
                        </a:rPr>
                        <a:t>「スーパーマリオオデッセイ」「星のカービィスターアライズ」「ドラゴンボールゼノバース </a:t>
                      </a:r>
                      <a:r>
                        <a:rPr sz="1050" spc="-10" dirty="0">
                          <a:latin typeface="MS Mincho"/>
                          <a:cs typeface="MS Mincho"/>
                        </a:rPr>
                        <a:t>2</a:t>
                      </a:r>
                      <a:r>
                        <a:rPr sz="1050" spc="-85" dirty="0">
                          <a:latin typeface="MS Mincho"/>
                          <a:cs typeface="MS Mincho"/>
                        </a:rPr>
                        <a:t>」「プロ野球スピ</a:t>
                      </a:r>
                      <a:endParaRPr sz="1050">
                        <a:latin typeface="MS Mincho"/>
                        <a:cs typeface="MS Mincho"/>
                      </a:endParaRPr>
                    </a:p>
                  </a:txBody>
                  <a:tcPr marL="0" marR="0" marT="28575" marB="0">
                    <a:lnL w="12700">
                      <a:solidFill>
                        <a:srgbClr val="000000"/>
                      </a:solidFill>
                      <a:prstDash val="solid"/>
                    </a:lnL>
                    <a:lnR w="12700">
                      <a:solidFill>
                        <a:srgbClr val="000000"/>
                      </a:solidFill>
                      <a:prstDash val="solid"/>
                    </a:lnR>
                  </a:tcPr>
                </a:tc>
                <a:extLst>
                  <a:ext uri="{0D108BD9-81ED-4DB2-BD59-A6C34878D82A}">
                    <a16:rowId xmlns:a16="http://schemas.microsoft.com/office/drawing/2014/main" val="10023"/>
                  </a:ext>
                </a:extLst>
              </a:tr>
              <a:tr h="229678">
                <a:tc>
                  <a:txBody>
                    <a:bodyPr/>
                    <a:lstStyle/>
                    <a:p>
                      <a:pPr marL="68580">
                        <a:lnSpc>
                          <a:spcPct val="100000"/>
                        </a:lnSpc>
                        <a:spcBef>
                          <a:spcPts val="225"/>
                        </a:spcBef>
                      </a:pPr>
                      <a:r>
                        <a:rPr sz="1050" spc="-65" dirty="0">
                          <a:latin typeface="MS Mincho"/>
                          <a:cs typeface="MS Mincho"/>
                        </a:rPr>
                        <a:t>リッツ </a:t>
                      </a:r>
                      <a:r>
                        <a:rPr sz="1050" spc="-10" dirty="0">
                          <a:latin typeface="MS Mincho"/>
                          <a:cs typeface="MS Mincho"/>
                        </a:rPr>
                        <a:t>2021</a:t>
                      </a:r>
                      <a:r>
                        <a:rPr sz="1050" spc="-60" dirty="0">
                          <a:latin typeface="MS Mincho"/>
                          <a:cs typeface="MS Mincho"/>
                        </a:rPr>
                        <a:t> グランドスラム」などをメインに行ってきました。ソーシャルゲームでは「ドラゴンボール </a:t>
                      </a:r>
                      <a:r>
                        <a:rPr sz="1050" dirty="0">
                          <a:latin typeface="MS Mincho"/>
                          <a:cs typeface="MS Mincho"/>
                        </a:rPr>
                        <a:t>Z</a:t>
                      </a:r>
                      <a:r>
                        <a:rPr sz="1050" spc="-100" dirty="0">
                          <a:latin typeface="MS Mincho"/>
                          <a:cs typeface="MS Mincho"/>
                        </a:rPr>
                        <a:t> ドッ</a:t>
                      </a:r>
                      <a:endParaRPr sz="1050">
                        <a:latin typeface="MS Mincho"/>
                        <a:cs typeface="MS Mincho"/>
                      </a:endParaRPr>
                    </a:p>
                  </a:txBody>
                  <a:tcPr marL="0" marR="0" marT="28575" marB="0">
                    <a:lnL w="12700">
                      <a:solidFill>
                        <a:srgbClr val="000000"/>
                      </a:solidFill>
                      <a:prstDash val="solid"/>
                    </a:lnL>
                    <a:lnR w="12700">
                      <a:solidFill>
                        <a:srgbClr val="000000"/>
                      </a:solidFill>
                      <a:prstDash val="solid"/>
                    </a:lnR>
                  </a:tcPr>
                </a:tc>
                <a:extLst>
                  <a:ext uri="{0D108BD9-81ED-4DB2-BD59-A6C34878D82A}">
                    <a16:rowId xmlns:a16="http://schemas.microsoft.com/office/drawing/2014/main" val="10024"/>
                  </a:ext>
                </a:extLst>
              </a:tr>
              <a:tr h="229678">
                <a:tc>
                  <a:txBody>
                    <a:bodyPr/>
                    <a:lstStyle/>
                    <a:p>
                      <a:pPr marL="68580">
                        <a:lnSpc>
                          <a:spcPct val="100000"/>
                        </a:lnSpc>
                        <a:spcBef>
                          <a:spcPts val="225"/>
                        </a:spcBef>
                      </a:pPr>
                      <a:r>
                        <a:rPr sz="1050" spc="-100" dirty="0">
                          <a:latin typeface="MS Mincho"/>
                          <a:cs typeface="MS Mincho"/>
                        </a:rPr>
                        <a:t>カンバトル」「ウマ娘プリティダービー」「ヘイデイ」「仮面ライダーシティウォーズ」など触れてきました。</a:t>
                      </a:r>
                      <a:endParaRPr sz="1050">
                        <a:latin typeface="MS Mincho"/>
                        <a:cs typeface="MS Mincho"/>
                      </a:endParaRPr>
                    </a:p>
                  </a:txBody>
                  <a:tcPr marL="0" marR="0" marT="28575" marB="0">
                    <a:lnL w="12700">
                      <a:solidFill>
                        <a:srgbClr val="000000"/>
                      </a:solidFill>
                      <a:prstDash val="solid"/>
                    </a:lnL>
                    <a:lnR w="12700">
                      <a:solidFill>
                        <a:srgbClr val="000000"/>
                      </a:solidFill>
                      <a:prstDash val="solid"/>
                    </a:lnR>
                  </a:tcPr>
                </a:tc>
                <a:extLst>
                  <a:ext uri="{0D108BD9-81ED-4DB2-BD59-A6C34878D82A}">
                    <a16:rowId xmlns:a16="http://schemas.microsoft.com/office/drawing/2014/main" val="10025"/>
                  </a:ext>
                </a:extLst>
              </a:tr>
              <a:tr h="229678">
                <a:tc>
                  <a:txBody>
                    <a:bodyPr/>
                    <a:lstStyle/>
                    <a:p>
                      <a:pPr marL="68580">
                        <a:lnSpc>
                          <a:spcPct val="100000"/>
                        </a:lnSpc>
                        <a:spcBef>
                          <a:spcPts val="225"/>
                        </a:spcBef>
                      </a:pPr>
                      <a:r>
                        <a:rPr sz="1050" spc="-60" dirty="0">
                          <a:latin typeface="MS Mincho"/>
                          <a:cs typeface="MS Mincho"/>
                        </a:rPr>
                        <a:t>野球ではアプリである「一球速報」「スポナビ」「</a:t>
                      </a:r>
                      <a:r>
                        <a:rPr sz="1050" spc="-10" dirty="0">
                          <a:latin typeface="MS Mincho"/>
                          <a:cs typeface="MS Mincho"/>
                        </a:rPr>
                        <a:t>DAZN</a:t>
                      </a:r>
                      <a:r>
                        <a:rPr sz="1050" spc="-105" dirty="0">
                          <a:latin typeface="MS Mincho"/>
                          <a:cs typeface="MS Mincho"/>
                        </a:rPr>
                        <a:t>」「パ・リーグ </a:t>
                      </a:r>
                      <a:r>
                        <a:rPr sz="1050" spc="-10" dirty="0">
                          <a:latin typeface="MS Mincho"/>
                          <a:cs typeface="MS Mincho"/>
                        </a:rPr>
                        <a:t>TV</a:t>
                      </a:r>
                      <a:r>
                        <a:rPr sz="1050" spc="-5" dirty="0">
                          <a:latin typeface="MS Mincho"/>
                          <a:cs typeface="MS Mincho"/>
                        </a:rPr>
                        <a:t>」をスマートフォンに入れていたり</a:t>
                      </a:r>
                      <a:endParaRPr sz="1050">
                        <a:latin typeface="MS Mincho"/>
                        <a:cs typeface="MS Mincho"/>
                      </a:endParaRPr>
                    </a:p>
                  </a:txBody>
                  <a:tcPr marL="0" marR="0" marT="28575" marB="0">
                    <a:lnL w="12700">
                      <a:solidFill>
                        <a:srgbClr val="000000"/>
                      </a:solidFill>
                      <a:prstDash val="solid"/>
                    </a:lnL>
                    <a:lnR w="12700">
                      <a:solidFill>
                        <a:srgbClr val="000000"/>
                      </a:solidFill>
                      <a:prstDash val="solid"/>
                    </a:lnR>
                  </a:tcPr>
                </a:tc>
                <a:extLst>
                  <a:ext uri="{0D108BD9-81ED-4DB2-BD59-A6C34878D82A}">
                    <a16:rowId xmlns:a16="http://schemas.microsoft.com/office/drawing/2014/main" val="10026"/>
                  </a:ext>
                </a:extLst>
              </a:tr>
              <a:tr h="229678">
                <a:tc>
                  <a:txBody>
                    <a:bodyPr/>
                    <a:lstStyle/>
                    <a:p>
                      <a:pPr marL="68580">
                        <a:lnSpc>
                          <a:spcPct val="100000"/>
                        </a:lnSpc>
                        <a:spcBef>
                          <a:spcPts val="225"/>
                        </a:spcBef>
                      </a:pPr>
                      <a:r>
                        <a:rPr sz="1050" dirty="0">
                          <a:latin typeface="MS Mincho"/>
                          <a:cs typeface="MS Mincho"/>
                        </a:rPr>
                        <a:t>X</a:t>
                      </a:r>
                      <a:r>
                        <a:rPr sz="1050" spc="-85" dirty="0">
                          <a:latin typeface="MS Mincho"/>
                          <a:cs typeface="MS Mincho"/>
                        </a:rPr>
                        <a:t> では「スポーツ報知」「</a:t>
                      </a:r>
                      <a:r>
                        <a:rPr sz="1050" spc="-10" dirty="0">
                          <a:latin typeface="MS Mincho"/>
                          <a:cs typeface="MS Mincho"/>
                        </a:rPr>
                        <a:t>NPB</a:t>
                      </a:r>
                      <a:r>
                        <a:rPr sz="1050" spc="-20" dirty="0">
                          <a:latin typeface="MS Mincho"/>
                          <a:cs typeface="MS Mincho"/>
                        </a:rPr>
                        <a:t>」ををフォローしたりに入れており、毎日一喜一憂して生活を過ごしております。</a:t>
                      </a:r>
                      <a:endParaRPr sz="1050">
                        <a:latin typeface="MS Mincho"/>
                        <a:cs typeface="MS Mincho"/>
                      </a:endParaRPr>
                    </a:p>
                  </a:txBody>
                  <a:tcPr marL="0" marR="0" marT="28575" marB="0">
                    <a:lnL w="12700">
                      <a:solidFill>
                        <a:srgbClr val="000000"/>
                      </a:solidFill>
                      <a:prstDash val="solid"/>
                    </a:lnL>
                    <a:lnR w="12700">
                      <a:solidFill>
                        <a:srgbClr val="000000"/>
                      </a:solidFill>
                      <a:prstDash val="solid"/>
                    </a:lnR>
                  </a:tcPr>
                </a:tc>
                <a:extLst>
                  <a:ext uri="{0D108BD9-81ED-4DB2-BD59-A6C34878D82A}">
                    <a16:rowId xmlns:a16="http://schemas.microsoft.com/office/drawing/2014/main" val="10027"/>
                  </a:ext>
                </a:extLst>
              </a:tr>
              <a:tr h="229678">
                <a:tc>
                  <a:txBody>
                    <a:bodyPr/>
                    <a:lstStyle/>
                    <a:p>
                      <a:pPr marL="68580">
                        <a:lnSpc>
                          <a:spcPct val="100000"/>
                        </a:lnSpc>
                        <a:spcBef>
                          <a:spcPts val="225"/>
                        </a:spcBef>
                      </a:pPr>
                      <a:r>
                        <a:rPr sz="1050" spc="-5" dirty="0">
                          <a:latin typeface="MS Mincho"/>
                          <a:cs typeface="MS Mincho"/>
                        </a:rPr>
                        <a:t>他にも球場に足を運び野球観戦などにも通ったりしています。プロ野球に限らずアスリートなどの人々は</a:t>
                      </a:r>
                      <a:endParaRPr sz="1050">
                        <a:latin typeface="MS Mincho"/>
                        <a:cs typeface="MS Mincho"/>
                      </a:endParaRPr>
                    </a:p>
                  </a:txBody>
                  <a:tcPr marL="0" marR="0" marT="28575" marB="0">
                    <a:lnL w="12700">
                      <a:solidFill>
                        <a:srgbClr val="000000"/>
                      </a:solidFill>
                      <a:prstDash val="solid"/>
                    </a:lnL>
                    <a:lnR w="12700">
                      <a:solidFill>
                        <a:srgbClr val="000000"/>
                      </a:solidFill>
                      <a:prstDash val="solid"/>
                    </a:lnR>
                  </a:tcPr>
                </a:tc>
                <a:extLst>
                  <a:ext uri="{0D108BD9-81ED-4DB2-BD59-A6C34878D82A}">
                    <a16:rowId xmlns:a16="http://schemas.microsoft.com/office/drawing/2014/main" val="10028"/>
                  </a:ext>
                </a:extLst>
              </a:tr>
              <a:tr h="229678">
                <a:tc>
                  <a:txBody>
                    <a:bodyPr/>
                    <a:lstStyle/>
                    <a:p>
                      <a:pPr marL="68580">
                        <a:lnSpc>
                          <a:spcPct val="100000"/>
                        </a:lnSpc>
                        <a:spcBef>
                          <a:spcPts val="225"/>
                        </a:spcBef>
                      </a:pPr>
                      <a:r>
                        <a:rPr sz="1050" spc="-5" dirty="0">
                          <a:latin typeface="MS Mincho"/>
                          <a:cs typeface="MS Mincho"/>
                        </a:rPr>
                        <a:t>どんな形であれ、時間を惜しまず人一倍努力をしているので、自分も勇気と覚悟をもらおうという思いもあり</a:t>
                      </a:r>
                      <a:endParaRPr sz="1050">
                        <a:latin typeface="MS Mincho"/>
                        <a:cs typeface="MS Mincho"/>
                      </a:endParaRPr>
                    </a:p>
                  </a:txBody>
                  <a:tcPr marL="0" marR="0" marT="28575" marB="0">
                    <a:lnL w="12700">
                      <a:solidFill>
                        <a:srgbClr val="000000"/>
                      </a:solidFill>
                      <a:prstDash val="solid"/>
                    </a:lnL>
                    <a:lnR w="12700">
                      <a:solidFill>
                        <a:srgbClr val="000000"/>
                      </a:solidFill>
                      <a:prstDash val="solid"/>
                    </a:lnR>
                  </a:tcPr>
                </a:tc>
                <a:extLst>
                  <a:ext uri="{0D108BD9-81ED-4DB2-BD59-A6C34878D82A}">
                    <a16:rowId xmlns:a16="http://schemas.microsoft.com/office/drawing/2014/main" val="10029"/>
                  </a:ext>
                </a:extLst>
              </a:tr>
              <a:tr h="235419">
                <a:tc>
                  <a:txBody>
                    <a:bodyPr/>
                    <a:lstStyle/>
                    <a:p>
                      <a:pPr marL="68580">
                        <a:lnSpc>
                          <a:spcPct val="100000"/>
                        </a:lnSpc>
                        <a:spcBef>
                          <a:spcPts val="225"/>
                        </a:spcBef>
                      </a:pPr>
                      <a:r>
                        <a:rPr sz="1050" spc="-5" dirty="0">
                          <a:latin typeface="MS Mincho"/>
                          <a:cs typeface="MS Mincho"/>
                        </a:rPr>
                        <a:t>スポーツなどを観戦するメリットがあると自分は思っております。</a:t>
                      </a:r>
                      <a:endParaRPr sz="1050">
                        <a:latin typeface="MS Mincho"/>
                        <a:cs typeface="MS Mincho"/>
                      </a:endParaRPr>
                    </a:p>
                  </a:txBody>
                  <a:tcPr marL="0" marR="0" marT="28575" marB="0">
                    <a:lnL w="12700">
                      <a:solidFill>
                        <a:srgbClr val="000000"/>
                      </a:solidFill>
                      <a:prstDash val="solid"/>
                    </a:lnL>
                    <a:lnR w="12700">
                      <a:solidFill>
                        <a:srgbClr val="000000"/>
                      </a:solidFill>
                      <a:prstDash val="solid"/>
                    </a:lnR>
                    <a:lnB w="12700">
                      <a:solidFill>
                        <a:srgbClr val="000000"/>
                      </a:solidFill>
                      <a:prstDash val="solid"/>
                    </a:lnB>
                  </a:tcPr>
                </a:tc>
                <a:extLst>
                  <a:ext uri="{0D108BD9-81ED-4DB2-BD59-A6C34878D82A}">
                    <a16:rowId xmlns:a16="http://schemas.microsoft.com/office/drawing/2014/main" val="10030"/>
                  </a:ext>
                </a:extLst>
              </a:tr>
              <a:tr h="242437">
                <a:tc>
                  <a:txBody>
                    <a:bodyPr/>
                    <a:lstStyle/>
                    <a:p>
                      <a:pPr marL="68580">
                        <a:lnSpc>
                          <a:spcPct val="100000"/>
                        </a:lnSpc>
                        <a:spcBef>
                          <a:spcPts val="185"/>
                        </a:spcBef>
                      </a:pPr>
                      <a:r>
                        <a:rPr sz="1200" b="1" spc="-10" dirty="0">
                          <a:latin typeface="MS Mincho"/>
                          <a:cs typeface="MS Mincho"/>
                        </a:rPr>
                        <a:t>本人希望欄</a:t>
                      </a:r>
                      <a:endParaRPr sz="1200">
                        <a:latin typeface="MS Mincho"/>
                        <a:cs typeface="MS Mincho"/>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31"/>
                  </a:ext>
                </a:extLst>
              </a:tr>
              <a:tr h="238609">
                <a:tc>
                  <a:txBody>
                    <a:bodyPr/>
                    <a:lstStyle/>
                    <a:p>
                      <a:pPr marL="68580">
                        <a:lnSpc>
                          <a:spcPct val="100000"/>
                        </a:lnSpc>
                        <a:spcBef>
                          <a:spcPts val="270"/>
                        </a:spcBef>
                        <a:tabLst>
                          <a:tab pos="1668145" algn="l"/>
                          <a:tab pos="2201545" algn="l"/>
                        </a:tabLst>
                      </a:pPr>
                      <a:r>
                        <a:rPr sz="1050" dirty="0">
                          <a:latin typeface="Yu Mincho"/>
                          <a:cs typeface="Yu Mincho"/>
                        </a:rPr>
                        <a:t>貴社の規定に従います</a:t>
                      </a:r>
                      <a:r>
                        <a:rPr sz="1050" spc="-50" dirty="0">
                          <a:latin typeface="Yu Mincho"/>
                          <a:cs typeface="Yu Mincho"/>
                        </a:rPr>
                        <a:t>。</a:t>
                      </a:r>
                      <a:r>
                        <a:rPr sz="1050" dirty="0">
                          <a:latin typeface="Yu Mincho"/>
                          <a:cs typeface="Yu Mincho"/>
                        </a:rPr>
                        <a:t>	障が</a:t>
                      </a:r>
                      <a:r>
                        <a:rPr sz="1050" spc="-50" dirty="0">
                          <a:latin typeface="Yu Mincho"/>
                          <a:cs typeface="Yu Mincho"/>
                        </a:rPr>
                        <a:t>い</a:t>
                      </a:r>
                      <a:r>
                        <a:rPr sz="1050" dirty="0">
                          <a:latin typeface="Yu Mincho"/>
                          <a:cs typeface="Yu Mincho"/>
                        </a:rPr>
                        <a:t>	</a:t>
                      </a:r>
                      <a:r>
                        <a:rPr sz="1050" spc="-10" dirty="0">
                          <a:latin typeface="Yu Mincho"/>
                          <a:cs typeface="Yu Mincho"/>
                        </a:rPr>
                        <a:t>ASD</a:t>
                      </a:r>
                      <a:r>
                        <a:rPr sz="1050" dirty="0">
                          <a:latin typeface="Yu Mincho"/>
                          <a:cs typeface="Yu Mincho"/>
                        </a:rPr>
                        <a:t>・</a:t>
                      </a:r>
                      <a:r>
                        <a:rPr sz="1050" spc="-20" dirty="0">
                          <a:latin typeface="Yu Mincho"/>
                          <a:cs typeface="Yu Mincho"/>
                        </a:rPr>
                        <a:t>ADHD</a:t>
                      </a:r>
                      <a:endParaRPr sz="1050">
                        <a:latin typeface="Yu Mincho"/>
                        <a:cs typeface="Yu Mincho"/>
                      </a:endParaRPr>
                    </a:p>
                  </a:txBody>
                  <a:tcPr marL="0" marR="0" marT="34290" marB="0">
                    <a:lnL w="12700">
                      <a:solidFill>
                        <a:srgbClr val="000000"/>
                      </a:solidFill>
                      <a:prstDash val="solid"/>
                    </a:lnL>
                    <a:lnR w="12700">
                      <a:solidFill>
                        <a:srgbClr val="000000"/>
                      </a:solidFill>
                      <a:prstDash val="solid"/>
                    </a:lnR>
                    <a:lnT w="12700">
                      <a:solidFill>
                        <a:srgbClr val="000000"/>
                      </a:solidFill>
                      <a:prstDash val="solid"/>
                    </a:lnT>
                  </a:tcPr>
                </a:tc>
                <a:extLst>
                  <a:ext uri="{0D108BD9-81ED-4DB2-BD59-A6C34878D82A}">
                    <a16:rowId xmlns:a16="http://schemas.microsoft.com/office/drawing/2014/main" val="10032"/>
                  </a:ext>
                </a:extLst>
              </a:tr>
              <a:tr h="232868">
                <a:tc>
                  <a:txBody>
                    <a:bodyPr/>
                    <a:lstStyle/>
                    <a:p>
                      <a:pPr marL="68580">
                        <a:lnSpc>
                          <a:spcPct val="100000"/>
                        </a:lnSpc>
                        <a:spcBef>
                          <a:spcPts val="195"/>
                        </a:spcBef>
                      </a:pPr>
                      <a:r>
                        <a:rPr sz="1050" spc="-5" dirty="0">
                          <a:latin typeface="Yu Mincho"/>
                          <a:cs typeface="Yu Mincho"/>
                        </a:rPr>
                        <a:t>集中力が短く長い話を聞くのがとても苦手なのでゆっくり何度も丁寧に教えてもらえるとありがたいです。</a:t>
                      </a:r>
                      <a:endParaRPr sz="1050" dirty="0">
                        <a:latin typeface="Yu Mincho"/>
                        <a:cs typeface="Yu Mincho"/>
                      </a:endParaRPr>
                    </a:p>
                  </a:txBody>
                  <a:tcPr marL="0" marR="0" marT="24765" marB="0">
                    <a:lnL w="12700">
                      <a:solidFill>
                        <a:srgbClr val="000000"/>
                      </a:solidFill>
                      <a:prstDash val="solid"/>
                    </a:lnL>
                    <a:lnR w="12700">
                      <a:solidFill>
                        <a:srgbClr val="000000"/>
                      </a:solidFill>
                      <a:prstDash val="solid"/>
                    </a:lnR>
                    <a:lnB w="12700">
                      <a:solidFill>
                        <a:srgbClr val="000000"/>
                      </a:solidFill>
                      <a:prstDash val="solid"/>
                    </a:lnB>
                  </a:tcPr>
                </a:tc>
                <a:extLst>
                  <a:ext uri="{0D108BD9-81ED-4DB2-BD59-A6C34878D82A}">
                    <a16:rowId xmlns:a16="http://schemas.microsoft.com/office/drawing/2014/main" val="10033"/>
                  </a:ext>
                </a:extLst>
              </a:tr>
            </a:tbl>
          </a:graphicData>
        </a:graphic>
      </p:graphicFrame>
      <p:pic>
        <p:nvPicPr>
          <p:cNvPr id="29" name="object 29"/>
          <p:cNvPicPr/>
          <p:nvPr/>
        </p:nvPicPr>
        <p:blipFill>
          <a:blip r:embed="rId6" cstate="print"/>
          <a:stretch>
            <a:fillRect/>
          </a:stretch>
        </p:blipFill>
        <p:spPr>
          <a:xfrm>
            <a:off x="5335015" y="477201"/>
            <a:ext cx="1588389" cy="2090737"/>
          </a:xfrm>
          <a:prstGeom prst="rect">
            <a:avLst/>
          </a:prstGeom>
        </p:spPr>
      </p:pic>
      <p:sp>
        <p:nvSpPr>
          <p:cNvPr id="34" name="Day">
            <a:extLst>
              <a:ext uri="{FF2B5EF4-FFF2-40B4-BE49-F238E27FC236}">
                <a16:creationId xmlns:a16="http://schemas.microsoft.com/office/drawing/2014/main" id="{F394B0A1-E467-4A6D-AA54-AA8E18879250}"/>
              </a:ext>
            </a:extLst>
          </p:cNvPr>
          <p:cNvSpPr txBox="1"/>
          <p:nvPr/>
        </p:nvSpPr>
        <p:spPr>
          <a:xfrm>
            <a:off x="3040547" y="938194"/>
            <a:ext cx="1909597" cy="276999"/>
          </a:xfrm>
          <a:prstGeom prst="rect">
            <a:avLst/>
          </a:prstGeom>
          <a:noFill/>
        </p:spPr>
        <p:txBody>
          <a:bodyPr wrap="square" rtlCol="0">
            <a:spAutoFit/>
          </a:bodyPr>
          <a:lstStyle/>
          <a:p>
            <a:r>
              <a:rPr kumimoji="1" lang="en-US" altLang="zh-TW" sz="1200" dirty="0">
                <a:latin typeface="ＭＳ 明朝" panose="02020609040205080304" pitchFamily="17" charset="-128"/>
                <a:ea typeface="ＭＳ 明朝" panose="02020609040205080304" pitchFamily="17" charset="-128"/>
              </a:rPr>
              <a:t>2025</a:t>
            </a:r>
            <a:r>
              <a:rPr kumimoji="1" lang="zh-TW" altLang="en-US" sz="1200" dirty="0">
                <a:latin typeface="ＭＳ 明朝" panose="02020609040205080304" pitchFamily="17" charset="-128"/>
                <a:ea typeface="ＭＳ 明朝" panose="02020609040205080304" pitchFamily="17" charset="-128"/>
              </a:rPr>
              <a:t>年</a:t>
            </a:r>
            <a:r>
              <a:rPr kumimoji="1" lang="en-US" altLang="zh-TW" sz="1200" dirty="0">
                <a:latin typeface="ＭＳ 明朝" panose="02020609040205080304" pitchFamily="17" charset="-128"/>
                <a:ea typeface="ＭＳ 明朝" panose="02020609040205080304" pitchFamily="17" charset="-128"/>
              </a:rPr>
              <a:t>10</a:t>
            </a:r>
            <a:r>
              <a:rPr kumimoji="1" lang="zh-TW" altLang="en-US" sz="1200" dirty="0">
                <a:latin typeface="ＭＳ 明朝" panose="02020609040205080304" pitchFamily="17" charset="-128"/>
                <a:ea typeface="ＭＳ 明朝" panose="02020609040205080304" pitchFamily="17" charset="-128"/>
              </a:rPr>
              <a:t>月</a:t>
            </a:r>
            <a:r>
              <a:rPr kumimoji="1" lang="en-US" altLang="zh-TW" sz="1200" dirty="0">
                <a:latin typeface="ＭＳ 明朝" panose="02020609040205080304" pitchFamily="17" charset="-128"/>
                <a:ea typeface="ＭＳ 明朝" panose="02020609040205080304" pitchFamily="17" charset="-128"/>
              </a:rPr>
              <a:t>07</a:t>
            </a:r>
            <a:r>
              <a:rPr kumimoji="1" lang="zh-TW" altLang="en-US" sz="1200" dirty="0">
                <a:latin typeface="ＭＳ 明朝" panose="02020609040205080304" pitchFamily="17" charset="-128"/>
                <a:ea typeface="ＭＳ 明朝" panose="02020609040205080304" pitchFamily="17" charset="-128"/>
              </a:rPr>
              <a:t>日現在</a:t>
            </a:r>
            <a:endParaRPr kumimoji="1" lang="ja-JP" altLang="en-US" sz="1200" dirty="0">
              <a:latin typeface="ＭＳ 明朝" panose="02020609040205080304" pitchFamily="17" charset="-128"/>
              <a:ea typeface="ＭＳ 明朝" panose="02020609040205080304" pitchFamily="17" charset="-128"/>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TotalTime>
  <Words>355</Words>
  <Application>Microsoft Office PowerPoint</Application>
  <PresentationFormat>ユーザー設定</PresentationFormat>
  <Paragraphs>102</Paragraphs>
  <Slides>1</Slides>
  <Notes>0</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vt:i4>
      </vt:variant>
    </vt:vector>
  </HeadingPairs>
  <TitlesOfParts>
    <vt:vector size="9" baseType="lpstr">
      <vt:lpstr>MS Gothic</vt:lpstr>
      <vt:lpstr>ＭＳ 明朝</vt:lpstr>
      <vt:lpstr>ＭＳ 明朝</vt:lpstr>
      <vt:lpstr>Yu Mincho</vt:lpstr>
      <vt:lpstr>Calibri</vt:lpstr>
      <vt:lpstr>Century</vt:lpstr>
      <vt:lpstr>Times New Roman</vt:lpstr>
      <vt:lpstr>Office Theme</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西村柊一</dc:creator>
  <dc:description/>
  <cp:lastModifiedBy>shu N.</cp:lastModifiedBy>
  <cp:revision>6</cp:revision>
  <dcterms:created xsi:type="dcterms:W3CDTF">2025-10-06T07:07:59Z</dcterms:created>
  <dcterms:modified xsi:type="dcterms:W3CDTF">2025-10-07T03:30:31Z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0x010100EC317E43378D5C46AFCA0722CE7843C1</vt:lpwstr>
  </property>
  <property fmtid="{D5CDD505-2E9C-101B-9397-08002B2CF9AE}" pid="3" name="Created">
    <vt:filetime>2025-07-24T00:00:00Z</vt:filetime>
  </property>
  <property fmtid="{D5CDD505-2E9C-101B-9397-08002B2CF9AE}" pid="4" name="Creator">
    <vt:lpwstr>Word 用 Acrobat PDFMaker 25</vt:lpwstr>
  </property>
  <property fmtid="{D5CDD505-2E9C-101B-9397-08002B2CF9AE}" pid="5" name="LastSaved">
    <vt:filetime>2025-10-06T00:00:00Z</vt:filetime>
  </property>
  <property fmtid="{D5CDD505-2E9C-101B-9397-08002B2CF9AE}" pid="6" name="MediaServiceImageTags">
    <vt:lpwstr/>
  </property>
  <property fmtid="{D5CDD505-2E9C-101B-9397-08002B2CF9AE}" pid="7" name="Producer">
    <vt:lpwstr>Adobe PDF Library 25.1.97</vt:lpwstr>
  </property>
  <property fmtid="{D5CDD505-2E9C-101B-9397-08002B2CF9AE}" pid="8" name="SourceModified">
    <vt:lpwstr>D:20250724013747</vt:lpwstr>
  </property>
</Properties>
</file>